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974ac05ea74948" /><Relationship Type="http://schemas.openxmlformats.org/officeDocument/2006/relationships/extended-properties" Target="/docProps/app.xml" Id="R38d8510b0e014dc6" /><Relationship Type="http://schemas.openxmlformats.org/officeDocument/2006/relationships/officeDocument" Target="/ppt/presentation.xml" Id="Rd3504c1b9ead4e94" /></Relationships>
</file>

<file path=ppt/presentation.xml><?xml version="1.0" encoding="utf-8"?>
<p:presentation xmlns:p="http://schemas.openxmlformats.org/presentationml/2006/main">
  <p:sldMasterIdLst>
    <p:sldMasterId xmlns:r="http://schemas.openxmlformats.org/officeDocument/2006/relationships" id="2147483648" r:id="R719a7aed5e964b88"/>
  </p:sldMasterIdLst>
  <p:notesMasterIdLst>
    <p:notesMasterId xmlns:r="http://schemas.openxmlformats.org/officeDocument/2006/relationships" r:id="Re5d3a47697574241"/>
  </p:notesMasterIdLst>
  <p:sldIdLst>
    <p:sldId xmlns:r="http://schemas.openxmlformats.org/officeDocument/2006/relationships" id="256" r:id="Ra7d8e5d2b33743ce"/>
    <p:sldId xmlns:r="http://schemas.openxmlformats.org/officeDocument/2006/relationships" id="257" r:id="Rca73997072f8429e"/>
    <p:sldId xmlns:r="http://schemas.openxmlformats.org/officeDocument/2006/relationships" id="258" r:id="Rb8275611af81470d"/>
    <p:sldId xmlns:r="http://schemas.openxmlformats.org/officeDocument/2006/relationships" id="259" r:id="Rd7bc0a18ef744acc"/>
    <p:sldId xmlns:r="http://schemas.openxmlformats.org/officeDocument/2006/relationships" id="260" r:id="R44cb36ce29f44d2a"/>
    <p:sldId xmlns:r="http://schemas.openxmlformats.org/officeDocument/2006/relationships" id="261" r:id="R2b9652ace5ab4d51"/>
    <p:sldId xmlns:r="http://schemas.openxmlformats.org/officeDocument/2006/relationships" id="262" r:id="R7fc18ed002d048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1253ce5f14479a" /><Relationship Type="http://schemas.openxmlformats.org/officeDocument/2006/relationships/slideMaster" Target="/ppt/slideMasters/slideMaster1.xml" Id="R719a7aed5e964b88" /><Relationship Type="http://schemas.openxmlformats.org/officeDocument/2006/relationships/notesMaster" Target="/ppt/notesMasters/notesMaster1.xml" Id="Re5d3a47697574241" /><Relationship Type="http://schemas.openxmlformats.org/officeDocument/2006/relationships/presProps" Target="/ppt/presProps.xml" Id="R91bac86fd97644ba" /><Relationship Type="http://schemas.openxmlformats.org/officeDocument/2006/relationships/tableStyles" Target="/ppt/tableStyles.xml" Id="R7029c8b896ea4314" /><Relationship Type="http://schemas.openxmlformats.org/officeDocument/2006/relationships/slide" Target="/ppt/slides/slide1.xml" Id="Ra7d8e5d2b33743ce" /><Relationship Type="http://schemas.openxmlformats.org/officeDocument/2006/relationships/slide" Target="/ppt/slides/slide2.xml" Id="Rca73997072f8429e" /><Relationship Type="http://schemas.openxmlformats.org/officeDocument/2006/relationships/slide" Target="/ppt/slides/slide3.xml" Id="Rb8275611af81470d" /><Relationship Type="http://schemas.openxmlformats.org/officeDocument/2006/relationships/slide" Target="/ppt/slides/slide4.xml" Id="Rd7bc0a18ef744acc" /><Relationship Type="http://schemas.openxmlformats.org/officeDocument/2006/relationships/slide" Target="/ppt/slides/slide5.xml" Id="R44cb36ce29f44d2a" /><Relationship Type="http://schemas.openxmlformats.org/officeDocument/2006/relationships/slide" Target="/ppt/slides/slide6.xml" Id="R2b9652ace5ab4d51" /><Relationship Type="http://schemas.openxmlformats.org/officeDocument/2006/relationships/slide" Target="/ppt/slides/slide7.xml" Id="R7fc18ed002d048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dd2a15a6a647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738228aced4919" /><Relationship Type="http://schemas.openxmlformats.org/officeDocument/2006/relationships/notesMaster" Target="/ppt/notesMasters/notesMaster1.xml" Id="R29baefec0a9549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91995de1a64fcc" /><Relationship Type="http://schemas.openxmlformats.org/officeDocument/2006/relationships/notesMaster" Target="/ppt/notesMasters/notesMaster1.xml" Id="R2e1e97a17898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633f8eda714b2e" /><Relationship Type="http://schemas.openxmlformats.org/officeDocument/2006/relationships/notesMaster" Target="/ppt/notesMasters/notesMaster1.xml" Id="Rb4d8f3d520f749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5cc73a2b494257" /><Relationship Type="http://schemas.openxmlformats.org/officeDocument/2006/relationships/notesMaster" Target="/ppt/notesMasters/notesMaster1.xml" Id="R6254f4656dca49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c085277ad94e22" /><Relationship Type="http://schemas.openxmlformats.org/officeDocument/2006/relationships/notesMaster" Target="/ppt/notesMasters/notesMaster1.xml" Id="R003868bb8c5449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02679db0d74bda" /><Relationship Type="http://schemas.openxmlformats.org/officeDocument/2006/relationships/notesMaster" Target="/ppt/notesMasters/notesMaster1.xml" Id="R15dce0ec42a54e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5a15ba688d4cd9" /><Relationship Type="http://schemas.openxmlformats.org/officeDocument/2006/relationships/notesMaster" Target="/ppt/notesMasters/notesMaster1.xml" Id="R3fd53667205c49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DEV_104 asks for a system that helps a Care Coordinator decide who needs attention today, why, and what to do next. Frame this as human-led prioritisation. It is not a diagnosis tool, and the presentation does not claim that earlier detection has been 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Samarth’s official website presents comprehensive elder-care services, including care teams, emergency support and technology-enabled support. This proposal is scoped as a decision-support layer for connecting signals to human follow-up, not as a replacement for Samarth’s existing care service. Source: https://care.samarth.community/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is explicitly fictional and assembled to illustrate the workflow. Do not present it as an actual senior, an actual alert, or a measured outcome. The action is a human check-in, not a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risk pipeline uses personal-baseline rules and an Isolation Forest anomaly model. The cue extraction is a transparent lexicon/rule pipeline for Hindi, English and common Romanized Hindi, not a general language model. Local faster-whisper recognition has only been exercised on one English sample; Hindi, Hinglish, phone audio and health-vocabulary accuracy are not validated. Method source: Liu, Ting and Zhou, “Isolation Forest,” ICDM 2008, https://doi.org/10.1109/ICDM.2008.17. faster-whisper: https://github.com/SYSTRAN/faster-whisper. Project implementation notes: README.md, docs/DATA_REALISM.md, docs/LOCAL_SPEECH.md, docs/ACCESS.md and docs/N8N.md.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reference-informed archive contains 200 fictional profiles, 17,226 observations and 18,000 dated baseline-score snapshots from 1 August through 29 October 2026. Development evidence recorded in README.md includes 310 Node tests and 13 Python speech-service tests; these test software behavior, not clinical performance. One real n8n Gateway report was generated and saved as pending_review; it has not been approved or sent to a family. One generic SMS reached an owned test handset via Android SIM; delivery is not proof of reading. One English sample was transcribed locally; Hindi/mixed speech was not validated. Sources: MITRE Synthea downloads https://synthetichealth.github.io/downloads.html; Walonoski et al., JAMIA 2018, https://doi.org/10.1093/jamia/ocx079; Liu et al., ICDM 2008, https://doi.org/10.1109/ICDM.2008.17.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details: at threshold 60, the reference-informed seed detected 3 of 4 identity-held-out authored scenarios; high-priority coverage was 20.0% of authored scenario days, with the first high flag averaging 6.0 days after onset. At threshold 30, 4 of 4 scenarios received review; review coverage was 60.0%, with first review averaging 3.75 days after onset. There were 49 unlabelled high-priority days. These are not clinical precision/recall estimates; all unlabelled days are not known negatives. No early detection is demonstrated. Sources: https://vercel.com/pricing (Hobby $0, Pro $20; Hobby terms apply to personal/non-commercial use: https://vercel.com/legal/terms); https://supabase.com/pricing (Free $0 with quotas/inactivity pause; Pro from $25); https://n8n.io/pricing/ (Pro 10k executions); https://support.n8n.io/article/can-i-use-my-own-ai-api-key-on-n-8-n-cloud (Gateway credits and user API keys are separate from execution count and Assistant credits). The project README records a $2 Gateway balance before the successful report test, not the current balance. The cost table uses published USD list prices checked 30 October 2026 and is not the account’s actual invoice. At one n8n execution per weekly report, 10,000 seniors require about 43,333 executions/month. A batched parent workflow is a proposal in docs/N8N.md, not an implemented scheduler. SMS can use the existing SIM without a separate SMS gateway vendor fee, but carrier plan/allowances apply. No real carrier call has been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demo and a live-care pilot are deliberately separate milestones. For the demo, present only completed evidence and label pending features clearly. Before a live-care pilot, require independent labelled evaluation, clinical/governance review, privacy and retention approval, senior accessibility and language testing, reliable channel delivery, and measured 10,000-senior cost/load. The prepared AI Call Bot is not working end-to-end: project documentation records no Linux host, no verified two-way Bluetooth audio, no answered carrier call, and no Hindi phone-audio validation. The prepared files are implementation materials, not a working call service. The app supports a local coordinator-usefulness feedback supplement after at least 20 examples with balanced labels and a held-out senior split, but no performance gain is demonstrated and it does not change clinical risk; it was removed from this pitch’s stretch-goal claims rather than described as impossible. Missed-dose pattern flags exist; drug-drug interaction checking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7f31ddadc749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860a14a9fd43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2eed3734864a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34879a2f1945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f810556bc547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5ac360a84045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F0407B-26CC-4006-9197-06B84A2F01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854B39-9AE3-46B1-B810-A038A89819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5A6AE9-B604-4BB4-AD02-0B9B5BDA5E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AFC913-AD7E-41ED-9ABF-DCDCF4EC17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BDD08D-3845-4CC8-810D-D46CDA3BC3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9F351D-A8B0-4CBF-893D-E283B12AE8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EB7071-9388-4789-860D-44EB82A67E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0EFAD7-845A-4BD2-8C45-A4D94C6B0EA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12FE2B-A50D-4316-9A06-11C8C03173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CCDAE7-5ABA-45A5-88AC-ACAF7A81F6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30a5b70d3c4da3" /><Relationship Type="http://schemas.openxmlformats.org/officeDocument/2006/relationships/slideLayout" Target="/ppt/slideLayouts/slideLayout1.xml" Id="R8a462f9f9aef4e83" /><Relationship Type="http://schemas.openxmlformats.org/officeDocument/2006/relationships/slideLayout" Target="/ppt/slideLayouts/slideLayout2.xml" Id="R021becf7b08b42dc" /><Relationship Type="http://schemas.openxmlformats.org/officeDocument/2006/relationships/slideLayout" Target="/ppt/slideLayouts/slideLayout3.xml" Id="Rffbfdb1ee4504f0d" /><Relationship Type="http://schemas.openxmlformats.org/officeDocument/2006/relationships/slideLayout" Target="/ppt/slideLayouts/slideLayout4.xml" Id="R4ed42af4cc834971" /><Relationship Type="http://schemas.openxmlformats.org/officeDocument/2006/relationships/slideLayout" Target="/ppt/slideLayouts/slideLayout5.xml" Id="R6d772b3a1e6e4a09" /><Relationship Type="http://schemas.openxmlformats.org/officeDocument/2006/relationships/slideLayout" Target="/ppt/slideLayouts/slideLayout6.xml" Id="Rae3e4606cac04d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462f9f9aef4e83"/>
    <p:sldLayoutId xmlns:r="http://schemas.openxmlformats.org/officeDocument/2006/relationships" id="2147483650" r:id="R021becf7b08b42dc"/>
    <p:sldLayoutId xmlns:r="http://schemas.openxmlformats.org/officeDocument/2006/relationships" id="2147483651" r:id="Rffbfdb1ee4504f0d"/>
    <p:sldLayoutId xmlns:r="http://schemas.openxmlformats.org/officeDocument/2006/relationships" id="2147483652" r:id="R4ed42af4cc834971"/>
    <p:sldLayoutId xmlns:r="http://schemas.openxmlformats.org/officeDocument/2006/relationships" id="2147483653" r:id="R6d772b3a1e6e4a09"/>
    <p:sldLayoutId xmlns:r="http://schemas.openxmlformats.org/officeDocument/2006/relationships" id="2147483654" r:id="Rae3e4606cac04d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50b91bcbed444e" /><Relationship Type="http://schemas.openxmlformats.org/officeDocument/2006/relationships/notesSlide" Target="/ppt/notesSlides/notesSlide1.xml" Id="R23303d1fcbc44b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7ef97de5ae4539" /><Relationship Type="http://schemas.openxmlformats.org/officeDocument/2006/relationships/notesSlide" Target="/ppt/notesSlides/notesSlide2.xml" Id="R376775364b9943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bc4c5551d944b8" /><Relationship Type="http://schemas.openxmlformats.org/officeDocument/2006/relationships/notesSlide" Target="/ppt/notesSlides/notesSlide3.xml" Id="R821f37ea18ca4b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4240c0897554760" /><Relationship Type="http://schemas.openxmlformats.org/officeDocument/2006/relationships/notesSlide" Target="/ppt/notesSlides/notesSlide4.xml" Id="Rd4174b29269e46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d6125f15b448c2" /><Relationship Type="http://schemas.openxmlformats.org/officeDocument/2006/relationships/notesSlide" Target="/ppt/notesSlides/notesSlide5.xml" Id="R26188e94e8d245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17fdcda8d04857" /><Relationship Type="http://schemas.openxmlformats.org/officeDocument/2006/relationships/notesSlide" Target="/ppt/notesSlides/notesSlide6.xml" Id="R5601571ad9984d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60b7a582fa44b9" /><Relationship Type="http://schemas.openxmlformats.org/officeDocument/2006/relationships/notesSlide" Target="/ppt/notesSlides/notesSlide7.xml" Id="R34c4cd7e1bd24992" /></Relationships>
</file>

<file path=ppt/slides/slide1.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33" name="shape-1">
            <a:extLst xmlns:a="http://schemas.openxmlformats.org/drawingml/2006/main">
              <a:ext uri="{FF2B5EF4-FFF2-40B4-BE49-F238E27FC236}">
                <a16:creationId xmlns:a16="http://schemas.microsoft.com/office/drawing/2014/main" id="{B243E50F-48DF-413F-A9FB-454CF2673F3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E3474E"/>
          </a:solidFill>
          <a:ln xmlns:a="http://schemas.openxmlformats.org/drawingml/2006/main" w="0">
            <a:noFill/>
            <a:prstDash val="solid"/>
          </a:ln>
        </p:spPr>
      </p:sp>
      <p:sp>
        <p:nvSpPr>
          <p:cNvPr id="2" name="shape-2">
            <a:extLst xmlns:a="http://schemas.openxmlformats.org/drawingml/2006/main">
              <a:ext uri="{FF2B5EF4-FFF2-40B4-BE49-F238E27FC236}">
                <a16:creationId xmlns:a16="http://schemas.microsoft.com/office/drawing/2014/main" id="{A45A2E65-8148-482D-8DD7-B9FFD8E5939E}"/>
              </a:ext>
            </a:extLst>
          </p:cNvPr>
          <p:cNvSpPr>
            <a:spLocks xmlns:a="http://schemas.openxmlformats.org/drawingml/2006/main" noGrp="1"/>
          </p:cNvSpPr>
          <p:nvPr/>
        </p:nvSpPr>
        <p:spPr>
          <a:xfrm xmlns:a="http://schemas.openxmlformats.org/drawingml/2006/main">
            <a:off x="685800" y="819150"/>
            <a:ext cx="76200" cy="2095500"/>
          </a:xfrm>
          <a:prstGeom xmlns:a="http://schemas.openxmlformats.org/drawingml/2006/main" prst="rect">
            <a:avLst/>
          </a:prstGeom>
          <a:solidFill xmlns:a="http://schemas.openxmlformats.org/drawingml/2006/main">
            <a:srgbClr val="E3474E"/>
          </a:solidFill>
          <a:ln xmlns:a="http://schemas.openxmlformats.org/drawingml/2006/main" w="0">
            <a:noFill/>
            <a:prstDash val="solid"/>
          </a:ln>
        </p:spPr>
      </p:sp>
      <p:sp>
        <p:nvSpPr>
          <p:cNvPr id="3" name="shape-3">
            <a:extLst xmlns:a="http://schemas.openxmlformats.org/drawingml/2006/main">
              <a:ext uri="{FF2B5EF4-FFF2-40B4-BE49-F238E27FC236}">
                <a16:creationId xmlns:a16="http://schemas.microsoft.com/office/drawing/2014/main" id="{155C6290-7BA4-476D-BA51-D2C029C68AEA}"/>
              </a:ext>
            </a:extLst>
          </p:cNvPr>
          <p:cNvSpPr>
            <a:spLocks xmlns:a="http://schemas.openxmlformats.org/drawingml/2006/main" noGrp="1"/>
          </p:cNvSpPr>
          <p:nvPr/>
        </p:nvSpPr>
        <p:spPr>
          <a:xfrm xmlns:a="http://schemas.openxmlformats.org/drawingml/2006/main">
            <a:off x="990600" y="781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LIFE MANAGEMENT PVT LTD</a:t>
            </a:r>
          </a:p>
        </p:txBody>
      </p:sp>
      <p:sp>
        <p:nvSpPr>
          <p:cNvPr id="4" name="shape-4">
            <a:extLst xmlns:a="http://schemas.openxmlformats.org/drawingml/2006/main">
              <a:ext uri="{FF2B5EF4-FFF2-40B4-BE49-F238E27FC236}">
                <a16:creationId xmlns:a16="http://schemas.microsoft.com/office/drawing/2014/main" id="{75732754-E832-4E46-9AAB-2DDA41873009}"/>
              </a:ext>
            </a:extLst>
          </p:cNvPr>
          <p:cNvSpPr>
            <a:spLocks xmlns:a="http://schemas.openxmlformats.org/drawingml/2006/main" noGrp="1"/>
          </p:cNvSpPr>
          <p:nvPr/>
        </p:nvSpPr>
        <p:spPr>
          <a:xfrm xmlns:a="http://schemas.openxmlformats.org/drawingml/2006/main">
            <a:off x="990600" y="1190625"/>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88"/>
          </a:bodyPr>
          <a:lstStyle xmlns:a="http://schemas.openxmlformats.org/drawingml/2006/main">
            <a:defPPr algn="l">
              <a:defRPr sz="5100" b="1">
                <a:solidFill>
                  <a:srgbClr val="F5F2F0"/>
                </a:solidFill>
                <a:latin typeface="Arial"/>
                <a:ea typeface="Arial"/>
                <a:cs typeface="Arial"/>
              </a:defRPr>
            </a:defPPr>
            <a:lvl1pPr algn="l">
              <a:defRPr sz="5100" b="1">
                <a:solidFill>
                  <a:srgbClr val="F5F2F0"/>
                </a:solidFill>
                <a:latin typeface="Arial"/>
                <a:ea typeface="Arial"/>
                <a:cs typeface="Arial"/>
              </a:defRPr>
            </a:lvl1pPr>
            <a:lvl2pPr algn="l">
              <a:defRPr sz="5100" b="1">
                <a:solidFill>
                  <a:srgbClr val="F5F2F0"/>
                </a:solidFill>
                <a:latin typeface="Arial"/>
                <a:ea typeface="Arial"/>
                <a:cs typeface="Arial"/>
              </a:defRPr>
            </a:lvl2pPr>
            <a:lvl3pPr algn="l">
              <a:defRPr sz="5100" b="1">
                <a:solidFill>
                  <a:srgbClr val="F5F2F0"/>
                </a:solidFill>
                <a:latin typeface="Arial"/>
                <a:ea typeface="Arial"/>
                <a:cs typeface="Arial"/>
              </a:defRPr>
            </a:lvl3pPr>
            <a:lvl4pPr algn="l">
              <a:defRPr sz="5100" b="1">
                <a:solidFill>
                  <a:srgbClr val="F5F2F0"/>
                </a:solidFill>
                <a:latin typeface="Arial"/>
                <a:ea typeface="Arial"/>
                <a:cs typeface="Arial"/>
              </a:defRPr>
            </a:lvl4pPr>
            <a:lvl5pPr algn="l">
              <a:defRPr sz="5100" b="1">
                <a:solidFill>
                  <a:srgbClr val="F5F2F0"/>
                </a:solidFill>
                <a:latin typeface="Arial"/>
                <a:ea typeface="Arial"/>
                <a:cs typeface="Arial"/>
              </a:defRPr>
            </a:lvl5pPr>
            <a:lvl6pPr algn="l">
              <a:defRPr sz="5100" b="1">
                <a:solidFill>
                  <a:srgbClr val="F5F2F0"/>
                </a:solidFill>
                <a:latin typeface="Arial"/>
                <a:ea typeface="Arial"/>
                <a:cs typeface="Arial"/>
              </a:defRPr>
            </a:lvl6pPr>
            <a:lvl7pPr algn="l">
              <a:defRPr sz="5100" b="1">
                <a:solidFill>
                  <a:srgbClr val="F5F2F0"/>
                </a:solidFill>
                <a:latin typeface="Arial"/>
                <a:ea typeface="Arial"/>
                <a:cs typeface="Arial"/>
              </a:defRPr>
            </a:lvl7pPr>
            <a:lvl8pPr algn="l">
              <a:defRPr sz="5100" b="1">
                <a:solidFill>
                  <a:srgbClr val="F5F2F0"/>
                </a:solidFill>
                <a:latin typeface="Arial"/>
                <a:ea typeface="Arial"/>
                <a:cs typeface="Arial"/>
              </a:defRPr>
            </a:lvl8pPr>
            <a:lvl9pPr algn="l">
              <a:defRPr sz="5100" b="1">
                <a:solidFill>
                  <a:srgbClr val="F5F2F0"/>
                </a:solidFill>
                <a:latin typeface="Arial"/>
                <a:ea typeface="Arial"/>
                <a:cs typeface="Arial"/>
              </a:defRPr>
            </a:lvl9pPr>
          </a:lstStyle>
          <a:p xmlns:a="http://schemas.openxmlformats.org/drawingml/2006/main">
            <a:pPr algn="l">
              <a:defRPr sz="5100" b="1">
                <a:solidFill>
                  <a:srgbClr val="F5F2F0"/>
                </a:solidFill>
                <a:latin typeface="Arial"/>
                <a:ea typeface="Arial"/>
                <a:cs typeface="Arial"/>
              </a:defRPr>
            </a:pPr>
            <a:r>
              <a:rPr sz="5100" b="1">
                <a:solidFill>
                  <a:srgbClr val="F5F2F0"/>
                </a:solidFill>
                <a:latin typeface="Arial"/>
                <a:ea typeface="Arial"/>
                <a:cs typeface="Arial"/>
              </a:rPr>
              <a:t>Samarth Care</a:t>
            </a:r>
          </a:p>
        </p:txBody>
      </p:sp>
      <p:sp>
        <p:nvSpPr>
          <p:cNvPr id="5" name="shape-5">
            <a:extLst xmlns:a="http://schemas.openxmlformats.org/drawingml/2006/main">
              <a:ext uri="{FF2B5EF4-FFF2-40B4-BE49-F238E27FC236}">
                <a16:creationId xmlns:a16="http://schemas.microsoft.com/office/drawing/2014/main" id="{68FA42D6-1F6C-4F85-BF22-82C3A2138632}"/>
              </a:ext>
            </a:extLst>
          </p:cNvPr>
          <p:cNvSpPr>
            <a:spLocks xmlns:a="http://schemas.openxmlformats.org/drawingml/2006/main" noGrp="1"/>
          </p:cNvSpPr>
          <p:nvPr/>
        </p:nvSpPr>
        <p:spPr>
          <a:xfrm xmlns:a="http://schemas.openxmlformats.org/drawingml/2006/main">
            <a:off x="1009650" y="2057400"/>
            <a:ext cx="5191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F5F2F0"/>
                </a:solidFill>
                <a:latin typeface="Arial"/>
                <a:ea typeface="Arial"/>
                <a:cs typeface="Arial"/>
              </a:defRPr>
            </a:defPPr>
            <a:lvl1pPr algn="l">
              <a:defRPr sz="2325" b="1">
                <a:solidFill>
                  <a:srgbClr val="F5F2F0"/>
                </a:solidFill>
                <a:latin typeface="Arial"/>
                <a:ea typeface="Arial"/>
                <a:cs typeface="Arial"/>
              </a:defRPr>
            </a:lvl1pPr>
            <a:lvl2pPr algn="l">
              <a:defRPr sz="2325" b="1">
                <a:solidFill>
                  <a:srgbClr val="F5F2F0"/>
                </a:solidFill>
                <a:latin typeface="Arial"/>
                <a:ea typeface="Arial"/>
                <a:cs typeface="Arial"/>
              </a:defRPr>
            </a:lvl2pPr>
            <a:lvl3pPr algn="l">
              <a:defRPr sz="2325" b="1">
                <a:solidFill>
                  <a:srgbClr val="F5F2F0"/>
                </a:solidFill>
                <a:latin typeface="Arial"/>
                <a:ea typeface="Arial"/>
                <a:cs typeface="Arial"/>
              </a:defRPr>
            </a:lvl3pPr>
            <a:lvl4pPr algn="l">
              <a:defRPr sz="2325" b="1">
                <a:solidFill>
                  <a:srgbClr val="F5F2F0"/>
                </a:solidFill>
                <a:latin typeface="Arial"/>
                <a:ea typeface="Arial"/>
                <a:cs typeface="Arial"/>
              </a:defRPr>
            </a:lvl4pPr>
            <a:lvl5pPr algn="l">
              <a:defRPr sz="2325" b="1">
                <a:solidFill>
                  <a:srgbClr val="F5F2F0"/>
                </a:solidFill>
                <a:latin typeface="Arial"/>
                <a:ea typeface="Arial"/>
                <a:cs typeface="Arial"/>
              </a:defRPr>
            </a:lvl5pPr>
            <a:lvl6pPr algn="l">
              <a:defRPr sz="2325" b="1">
                <a:solidFill>
                  <a:srgbClr val="F5F2F0"/>
                </a:solidFill>
                <a:latin typeface="Arial"/>
                <a:ea typeface="Arial"/>
                <a:cs typeface="Arial"/>
              </a:defRPr>
            </a:lvl6pPr>
            <a:lvl7pPr algn="l">
              <a:defRPr sz="2325" b="1">
                <a:solidFill>
                  <a:srgbClr val="F5F2F0"/>
                </a:solidFill>
                <a:latin typeface="Arial"/>
                <a:ea typeface="Arial"/>
                <a:cs typeface="Arial"/>
              </a:defRPr>
            </a:lvl7pPr>
            <a:lvl8pPr algn="l">
              <a:defRPr sz="2325" b="1">
                <a:solidFill>
                  <a:srgbClr val="F5F2F0"/>
                </a:solidFill>
                <a:latin typeface="Arial"/>
                <a:ea typeface="Arial"/>
                <a:cs typeface="Arial"/>
              </a:defRPr>
            </a:lvl8pPr>
            <a:lvl9pPr algn="l">
              <a:defRPr sz="2325" b="1">
                <a:solidFill>
                  <a:srgbClr val="F5F2F0"/>
                </a:solidFill>
                <a:latin typeface="Arial"/>
                <a:ea typeface="Arial"/>
                <a:cs typeface="Arial"/>
              </a:defRPr>
            </a:lvl9pPr>
          </a:lstStyle>
          <a:p xmlns:a="http://schemas.openxmlformats.org/drawingml/2006/main">
            <a:pPr algn="l">
              <a:defRPr sz="2325" b="1">
                <a:solidFill>
                  <a:srgbClr val="F5F2F0"/>
                </a:solidFill>
                <a:latin typeface="Arial"/>
                <a:ea typeface="Arial"/>
                <a:cs typeface="Arial"/>
              </a:defRPr>
            </a:pPr>
            <a:r>
              <a:rPr sz="2325" b="1">
                <a:solidFill>
                  <a:srgbClr val="F5F2F0"/>
                </a:solidFill>
                <a:latin typeface="Arial"/>
                <a:ea typeface="Arial"/>
                <a:cs typeface="Arial"/>
              </a:rPr>
              <a:t>Early-warning support for seniors living at home</a:t>
            </a:r>
          </a:p>
        </p:txBody>
      </p:sp>
      <p:sp>
        <p:nvSpPr>
          <p:cNvPr id="6" name="shape-6">
            <a:extLst xmlns:a="http://schemas.openxmlformats.org/drawingml/2006/main">
              <a:ext uri="{FF2B5EF4-FFF2-40B4-BE49-F238E27FC236}">
                <a16:creationId xmlns:a16="http://schemas.microsoft.com/office/drawing/2014/main" id="{72074180-EE0D-4F7E-B3D2-3AB64513CC02}"/>
              </a:ext>
            </a:extLst>
          </p:cNvPr>
          <p:cNvSpPr>
            <a:spLocks xmlns:a="http://schemas.openxmlformats.org/drawingml/2006/main" noGrp="1"/>
          </p:cNvSpPr>
          <p:nvPr/>
        </p:nvSpPr>
        <p:spPr>
          <a:xfrm xmlns:a="http://schemas.openxmlformats.org/drawingml/2006/main">
            <a:off x="1009650" y="2924175"/>
            <a:ext cx="5048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B9BBC1"/>
                </a:solidFill>
                <a:latin typeface="Arial"/>
                <a:ea typeface="Arial"/>
                <a:cs typeface="Arial"/>
              </a:defRPr>
            </a:defPPr>
            <a:lvl1pPr algn="l">
              <a:defRPr sz="1650" b="0">
                <a:solidFill>
                  <a:srgbClr val="B9BBC1"/>
                </a:solidFill>
                <a:latin typeface="Arial"/>
                <a:ea typeface="Arial"/>
                <a:cs typeface="Arial"/>
              </a:defRPr>
            </a:lvl1pPr>
            <a:lvl2pPr algn="l">
              <a:defRPr sz="1650" b="0">
                <a:solidFill>
                  <a:srgbClr val="B9BBC1"/>
                </a:solidFill>
                <a:latin typeface="Arial"/>
                <a:ea typeface="Arial"/>
                <a:cs typeface="Arial"/>
              </a:defRPr>
            </a:lvl2pPr>
            <a:lvl3pPr algn="l">
              <a:defRPr sz="1650" b="0">
                <a:solidFill>
                  <a:srgbClr val="B9BBC1"/>
                </a:solidFill>
                <a:latin typeface="Arial"/>
                <a:ea typeface="Arial"/>
                <a:cs typeface="Arial"/>
              </a:defRPr>
            </a:lvl3pPr>
            <a:lvl4pPr algn="l">
              <a:defRPr sz="1650" b="0">
                <a:solidFill>
                  <a:srgbClr val="B9BBC1"/>
                </a:solidFill>
                <a:latin typeface="Arial"/>
                <a:ea typeface="Arial"/>
                <a:cs typeface="Arial"/>
              </a:defRPr>
            </a:lvl4pPr>
            <a:lvl5pPr algn="l">
              <a:defRPr sz="1650" b="0">
                <a:solidFill>
                  <a:srgbClr val="B9BBC1"/>
                </a:solidFill>
                <a:latin typeface="Arial"/>
                <a:ea typeface="Arial"/>
                <a:cs typeface="Arial"/>
              </a:defRPr>
            </a:lvl5pPr>
            <a:lvl6pPr algn="l">
              <a:defRPr sz="1650" b="0">
                <a:solidFill>
                  <a:srgbClr val="B9BBC1"/>
                </a:solidFill>
                <a:latin typeface="Arial"/>
                <a:ea typeface="Arial"/>
                <a:cs typeface="Arial"/>
              </a:defRPr>
            </a:lvl6pPr>
            <a:lvl7pPr algn="l">
              <a:defRPr sz="1650" b="0">
                <a:solidFill>
                  <a:srgbClr val="B9BBC1"/>
                </a:solidFill>
                <a:latin typeface="Arial"/>
                <a:ea typeface="Arial"/>
                <a:cs typeface="Arial"/>
              </a:defRPr>
            </a:lvl7pPr>
            <a:lvl8pPr algn="l">
              <a:defRPr sz="1650" b="0">
                <a:solidFill>
                  <a:srgbClr val="B9BBC1"/>
                </a:solidFill>
                <a:latin typeface="Arial"/>
                <a:ea typeface="Arial"/>
                <a:cs typeface="Arial"/>
              </a:defRPr>
            </a:lvl8pPr>
            <a:lvl9pPr algn="l">
              <a:defRPr sz="1650" b="0">
                <a:solidFill>
                  <a:srgbClr val="B9BBC1"/>
                </a:solidFill>
                <a:latin typeface="Arial"/>
                <a:ea typeface="Arial"/>
                <a:cs typeface="Arial"/>
              </a:defRPr>
            </a:lvl9pPr>
          </a:lstStyle>
          <a:p xmlns:a="http://schemas.openxmlformats.org/drawingml/2006/main">
            <a:pPr algn="l">
              <a:defRPr sz="1650" b="0">
                <a:solidFill>
                  <a:srgbClr val="B9BBC1"/>
                </a:solidFill>
                <a:latin typeface="Arial"/>
                <a:ea typeface="Arial"/>
                <a:cs typeface="Arial"/>
              </a:defRPr>
            </a:pPr>
            <a:r>
              <a:rPr sz="1650" b="0">
                <a:solidFill>
                  <a:srgbClr val="B9BBC1"/>
                </a:solidFill>
                <a:latin typeface="Arial"/>
                <a:ea typeface="Arial"/>
                <a:cs typeface="Arial"/>
              </a:rPr>
              <a:t>A human-led daily review that shows what changed, who may need attention, and the next care action.</a:t>
            </a:r>
          </a:p>
        </p:txBody>
      </p:sp>
      <p:sp>
        <p:nvSpPr>
          <p:cNvPr id="7" name="shape-7">
            <a:extLst xmlns:a="http://schemas.openxmlformats.org/drawingml/2006/main">
              <a:ext uri="{FF2B5EF4-FFF2-40B4-BE49-F238E27FC236}">
                <a16:creationId xmlns:a16="http://schemas.microsoft.com/office/drawing/2014/main" id="{077D3B11-8F57-4975-95E3-234961B52AED}"/>
              </a:ext>
            </a:extLst>
          </p:cNvPr>
          <p:cNvSpPr>
            <a:spLocks xmlns:a="http://schemas.openxmlformats.org/drawingml/2006/main" noGrp="1"/>
          </p:cNvSpPr>
          <p:nvPr/>
        </p:nvSpPr>
        <p:spPr>
          <a:xfrm xmlns:a="http://schemas.openxmlformats.org/drawingml/2006/main">
            <a:off x="1009650" y="3962400"/>
            <a:ext cx="5191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3474E"/>
                </a:solidFill>
                <a:latin typeface="Arial"/>
                <a:ea typeface="Arial"/>
                <a:cs typeface="Arial"/>
              </a:defRPr>
            </a:defPPr>
            <a:lvl1pPr algn="l">
              <a:defRPr sz="1125" b="1">
                <a:solidFill>
                  <a:srgbClr val="E3474E"/>
                </a:solidFill>
                <a:latin typeface="Arial"/>
                <a:ea typeface="Arial"/>
                <a:cs typeface="Arial"/>
              </a:defRPr>
            </a:lvl1pPr>
            <a:lvl2pPr algn="l">
              <a:defRPr sz="1125" b="1">
                <a:solidFill>
                  <a:srgbClr val="E3474E"/>
                </a:solidFill>
                <a:latin typeface="Arial"/>
                <a:ea typeface="Arial"/>
                <a:cs typeface="Arial"/>
              </a:defRPr>
            </a:lvl2pPr>
            <a:lvl3pPr algn="l">
              <a:defRPr sz="1125" b="1">
                <a:solidFill>
                  <a:srgbClr val="E3474E"/>
                </a:solidFill>
                <a:latin typeface="Arial"/>
                <a:ea typeface="Arial"/>
                <a:cs typeface="Arial"/>
              </a:defRPr>
            </a:lvl3pPr>
            <a:lvl4pPr algn="l">
              <a:defRPr sz="1125" b="1">
                <a:solidFill>
                  <a:srgbClr val="E3474E"/>
                </a:solidFill>
                <a:latin typeface="Arial"/>
                <a:ea typeface="Arial"/>
                <a:cs typeface="Arial"/>
              </a:defRPr>
            </a:lvl4pPr>
            <a:lvl5pPr algn="l">
              <a:defRPr sz="1125" b="1">
                <a:solidFill>
                  <a:srgbClr val="E3474E"/>
                </a:solidFill>
                <a:latin typeface="Arial"/>
                <a:ea typeface="Arial"/>
                <a:cs typeface="Arial"/>
              </a:defRPr>
            </a:lvl5pPr>
            <a:lvl6pPr algn="l">
              <a:defRPr sz="1125" b="1">
                <a:solidFill>
                  <a:srgbClr val="E3474E"/>
                </a:solidFill>
                <a:latin typeface="Arial"/>
                <a:ea typeface="Arial"/>
                <a:cs typeface="Arial"/>
              </a:defRPr>
            </a:lvl6pPr>
            <a:lvl7pPr algn="l">
              <a:defRPr sz="1125" b="1">
                <a:solidFill>
                  <a:srgbClr val="E3474E"/>
                </a:solidFill>
                <a:latin typeface="Arial"/>
                <a:ea typeface="Arial"/>
                <a:cs typeface="Arial"/>
              </a:defRPr>
            </a:lvl7pPr>
            <a:lvl8pPr algn="l">
              <a:defRPr sz="1125" b="1">
                <a:solidFill>
                  <a:srgbClr val="E3474E"/>
                </a:solidFill>
                <a:latin typeface="Arial"/>
                <a:ea typeface="Arial"/>
                <a:cs typeface="Arial"/>
              </a:defRPr>
            </a:lvl8pPr>
            <a:lvl9pPr algn="l">
              <a:defRPr sz="1125" b="1">
                <a:solidFill>
                  <a:srgbClr val="E3474E"/>
                </a:solidFill>
                <a:latin typeface="Arial"/>
                <a:ea typeface="Arial"/>
                <a:cs typeface="Arial"/>
              </a:defRPr>
            </a:lvl9pPr>
          </a:lstStyle>
          <a:p xmlns:a="http://schemas.openxmlformats.org/drawingml/2006/main">
            <a:pPr algn="l">
              <a:defRPr sz="1125" b="1">
                <a:solidFill>
                  <a:srgbClr val="E3474E"/>
                </a:solidFill>
                <a:latin typeface="Arial"/>
                <a:ea typeface="Arial"/>
                <a:cs typeface="Arial"/>
              </a:defRPr>
            </a:pPr>
            <a:r>
              <a:rPr sz="1125" b="1">
                <a:solidFill>
                  <a:srgbClr val="E3474E"/>
                </a:solidFill>
                <a:latin typeface="Arial"/>
                <a:ea typeface="Arial"/>
                <a:cs typeface="Arial"/>
              </a:rPr>
              <a:t>PERSONAL BASELINES   ·   EXPLAINABLE REASONS   ·   RECORDED FOLLOW-UP</a:t>
            </a:r>
          </a:p>
        </p:txBody>
      </p:sp>
      <p:sp>
        <p:nvSpPr>
          <p:cNvPr id="8" name="shape-8">
            <a:extLst xmlns:a="http://schemas.openxmlformats.org/drawingml/2006/main">
              <a:ext uri="{FF2B5EF4-FFF2-40B4-BE49-F238E27FC236}">
                <a16:creationId xmlns:a16="http://schemas.microsoft.com/office/drawing/2014/main" id="{BA02DA5F-C394-41A1-A6AC-5DEA7CBA63EC}"/>
              </a:ext>
            </a:extLst>
          </p:cNvPr>
          <p:cNvSpPr>
            <a:spLocks xmlns:a="http://schemas.openxmlformats.org/drawingml/2006/main" noGrp="1"/>
          </p:cNvSpPr>
          <p:nvPr/>
        </p:nvSpPr>
        <p:spPr>
          <a:xfrm xmlns:a="http://schemas.openxmlformats.org/drawingml/2006/main">
            <a:off x="1009650" y="4410075"/>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B9BBC1"/>
                </a:solidFill>
                <a:latin typeface="Arial"/>
                <a:ea typeface="Arial"/>
                <a:cs typeface="Arial"/>
              </a:defRPr>
            </a:defPPr>
            <a:lvl1pPr algn="l">
              <a:defRPr sz="1050" b="1">
                <a:solidFill>
                  <a:srgbClr val="B9BBC1"/>
                </a:solidFill>
                <a:latin typeface="Arial"/>
                <a:ea typeface="Arial"/>
                <a:cs typeface="Arial"/>
              </a:defRPr>
            </a:lvl1pPr>
            <a:lvl2pPr algn="l">
              <a:defRPr sz="1050" b="1">
                <a:solidFill>
                  <a:srgbClr val="B9BBC1"/>
                </a:solidFill>
                <a:latin typeface="Arial"/>
                <a:ea typeface="Arial"/>
                <a:cs typeface="Arial"/>
              </a:defRPr>
            </a:lvl2pPr>
            <a:lvl3pPr algn="l">
              <a:defRPr sz="1050" b="1">
                <a:solidFill>
                  <a:srgbClr val="B9BBC1"/>
                </a:solidFill>
                <a:latin typeface="Arial"/>
                <a:ea typeface="Arial"/>
                <a:cs typeface="Arial"/>
              </a:defRPr>
            </a:lvl3pPr>
            <a:lvl4pPr algn="l">
              <a:defRPr sz="1050" b="1">
                <a:solidFill>
                  <a:srgbClr val="B9BBC1"/>
                </a:solidFill>
                <a:latin typeface="Arial"/>
                <a:ea typeface="Arial"/>
                <a:cs typeface="Arial"/>
              </a:defRPr>
            </a:lvl4pPr>
            <a:lvl5pPr algn="l">
              <a:defRPr sz="1050" b="1">
                <a:solidFill>
                  <a:srgbClr val="B9BBC1"/>
                </a:solidFill>
                <a:latin typeface="Arial"/>
                <a:ea typeface="Arial"/>
                <a:cs typeface="Arial"/>
              </a:defRPr>
            </a:lvl5pPr>
            <a:lvl6pPr algn="l">
              <a:defRPr sz="1050" b="1">
                <a:solidFill>
                  <a:srgbClr val="B9BBC1"/>
                </a:solidFill>
                <a:latin typeface="Arial"/>
                <a:ea typeface="Arial"/>
                <a:cs typeface="Arial"/>
              </a:defRPr>
            </a:lvl6pPr>
            <a:lvl7pPr algn="l">
              <a:defRPr sz="1050" b="1">
                <a:solidFill>
                  <a:srgbClr val="B9BBC1"/>
                </a:solidFill>
                <a:latin typeface="Arial"/>
                <a:ea typeface="Arial"/>
                <a:cs typeface="Arial"/>
              </a:defRPr>
            </a:lvl7pPr>
            <a:lvl8pPr algn="l">
              <a:defRPr sz="1050" b="1">
                <a:solidFill>
                  <a:srgbClr val="B9BBC1"/>
                </a:solidFill>
                <a:latin typeface="Arial"/>
                <a:ea typeface="Arial"/>
                <a:cs typeface="Arial"/>
              </a:defRPr>
            </a:lvl8pPr>
            <a:lvl9pPr algn="l">
              <a:defRPr sz="1050" b="1">
                <a:solidFill>
                  <a:srgbClr val="B9BBC1"/>
                </a:solidFill>
                <a:latin typeface="Arial"/>
                <a:ea typeface="Arial"/>
                <a:cs typeface="Arial"/>
              </a:defRPr>
            </a:lvl9pPr>
          </a:lstStyle>
          <a:p xmlns:a="http://schemas.openxmlformats.org/drawingml/2006/main">
            <a:pPr algn="l">
              <a:defRPr sz="1050" b="1">
                <a:solidFill>
                  <a:srgbClr val="B9BBC1"/>
                </a:solidFill>
                <a:latin typeface="Arial"/>
                <a:ea typeface="Arial"/>
                <a:cs typeface="Arial"/>
              </a:defRPr>
            </a:pPr>
            <a:r>
              <a:rPr sz="1050" b="1">
                <a:solidFill>
                  <a:srgbClr val="B9BBC1"/>
                </a:solidFill>
                <a:latin typeface="Arial"/>
                <a:ea typeface="Arial"/>
                <a:cs typeface="Arial"/>
              </a:rPr>
              <a:t>CARE PRIORITISATION  ·  NOT A DIAGNOSIS TOOL</a:t>
            </a:r>
          </a:p>
        </p:txBody>
      </p:sp>
      <p:sp>
        <p:nvSpPr>
          <p:cNvPr id="9" name="shape-9">
            <a:extLst xmlns:a="http://schemas.openxmlformats.org/drawingml/2006/main">
              <a:ext uri="{FF2B5EF4-FFF2-40B4-BE49-F238E27FC236}">
                <a16:creationId xmlns:a16="http://schemas.microsoft.com/office/drawing/2014/main" id="{8706B9F7-8431-4585-9655-12CABCD91F0D}"/>
              </a:ext>
            </a:extLst>
          </p:cNvPr>
          <p:cNvSpPr>
            <a:spLocks xmlns:a="http://schemas.openxmlformats.org/drawingml/2006/main" noGrp="1"/>
          </p:cNvSpPr>
          <p:nvPr/>
        </p:nvSpPr>
        <p:spPr>
          <a:xfrm xmlns:a="http://schemas.openxmlformats.org/drawingml/2006/main">
            <a:off x="6667500" y="781050"/>
            <a:ext cx="4838700" cy="4048125"/>
          </a:xfrm>
          <a:prstGeom xmlns:a="http://schemas.openxmlformats.org/drawingml/2006/main" prst="roundRect">
            <a:avLst>
              <a:gd name="adj" fmla="val 2824"/>
            </a:avLst>
          </a:prstGeom>
          <a:solidFill xmlns:a="http://schemas.openxmlformats.org/drawingml/2006/main">
            <a:srgbClr val="14161A"/>
          </a:solidFill>
          <a:ln xmlns:a="http://schemas.openxmlformats.org/drawingml/2006/main" w="9525">
            <a:solidFill>
              <a:srgbClr val="34373D"/>
            </a:solidFill>
            <a:prstDash val="solid"/>
          </a:ln>
        </p:spPr>
      </p:sp>
      <p:sp>
        <p:nvSpPr>
          <p:cNvPr id="10" name="shape-10">
            <a:extLst xmlns:a="http://schemas.openxmlformats.org/drawingml/2006/main">
              <a:ext uri="{FF2B5EF4-FFF2-40B4-BE49-F238E27FC236}">
                <a16:creationId xmlns:a16="http://schemas.microsoft.com/office/drawing/2014/main" id="{7A661202-E54C-45F4-8E74-80D997C80D4A}"/>
              </a:ext>
            </a:extLst>
          </p:cNvPr>
          <p:cNvSpPr>
            <a:spLocks xmlns:a="http://schemas.openxmlformats.org/drawingml/2006/main" noGrp="1"/>
          </p:cNvSpPr>
          <p:nvPr/>
        </p:nvSpPr>
        <p:spPr>
          <a:xfrm xmlns:a="http://schemas.openxmlformats.org/drawingml/2006/main">
            <a:off x="6991350" y="1047750"/>
            <a:ext cx="4191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FROM SEPARATE SIGNALS TO A HUMAN NEXT STEP</a:t>
            </a:r>
          </a:p>
        </p:txBody>
      </p:sp>
      <p:sp>
        <p:nvSpPr>
          <p:cNvPr id="11" name="shape-11">
            <a:extLst xmlns:a="http://schemas.openxmlformats.org/drawingml/2006/main">
              <a:ext uri="{FF2B5EF4-FFF2-40B4-BE49-F238E27FC236}">
                <a16:creationId xmlns:a16="http://schemas.microsoft.com/office/drawing/2014/main" id="{19417E56-67B1-4016-9EDA-52CD1FC4EC72}"/>
              </a:ext>
            </a:extLst>
          </p:cNvPr>
          <p:cNvSpPr>
            <a:spLocks xmlns:a="http://schemas.openxmlformats.org/drawingml/2006/main" noGrp="1"/>
          </p:cNvSpPr>
          <p:nvPr/>
        </p:nvSpPr>
        <p:spPr>
          <a:xfrm xmlns:a="http://schemas.openxmlformats.org/drawingml/2006/main">
            <a:off x="7010400" y="1628775"/>
            <a:ext cx="95250" cy="95250"/>
          </a:xfrm>
          <a:prstGeom xmlns:a="http://schemas.openxmlformats.org/drawingml/2006/main" prst="ellipse">
            <a:avLst/>
          </a:prstGeom>
          <a:solidFill xmlns:a="http://schemas.openxmlformats.org/drawingml/2006/main">
            <a:srgbClr val="E3474E"/>
          </a:solidFill>
          <a:ln xmlns:a="http://schemas.openxmlformats.org/drawingml/2006/main" w="0">
            <a:noFill/>
            <a:prstDash val="solid"/>
          </a:ln>
        </p:spPr>
      </p:sp>
      <p:sp>
        <p:nvSpPr>
          <p:cNvPr id="12" name="shape-12">
            <a:extLst xmlns:a="http://schemas.openxmlformats.org/drawingml/2006/main">
              <a:ext uri="{FF2B5EF4-FFF2-40B4-BE49-F238E27FC236}">
                <a16:creationId xmlns:a16="http://schemas.microsoft.com/office/drawing/2014/main" id="{B909BE35-5637-4DFC-9FE0-0B59FEDD8CF6}"/>
              </a:ext>
            </a:extLst>
          </p:cNvPr>
          <p:cNvSpPr>
            <a:spLocks xmlns:a="http://schemas.openxmlformats.org/drawingml/2006/main" noGrp="1"/>
          </p:cNvSpPr>
          <p:nvPr/>
        </p:nvSpPr>
        <p:spPr>
          <a:xfrm xmlns:a="http://schemas.openxmlformats.org/drawingml/2006/main">
            <a:off x="7219950" y="15430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VITALS</a:t>
            </a:r>
          </a:p>
        </p:txBody>
      </p:sp>
      <p:sp>
        <p:nvSpPr>
          <p:cNvPr id="13" name="shape-13">
            <a:extLst xmlns:a="http://schemas.openxmlformats.org/drawingml/2006/main">
              <a:ext uri="{FF2B5EF4-FFF2-40B4-BE49-F238E27FC236}">
                <a16:creationId xmlns:a16="http://schemas.microsoft.com/office/drawing/2014/main" id="{C53D58C4-75D8-4578-BCB8-A1EE9F6B141C}"/>
              </a:ext>
            </a:extLst>
          </p:cNvPr>
          <p:cNvSpPr>
            <a:spLocks xmlns:a="http://schemas.openxmlformats.org/drawingml/2006/main" noGrp="1"/>
          </p:cNvSpPr>
          <p:nvPr/>
        </p:nvSpPr>
        <p:spPr>
          <a:xfrm xmlns:a="http://schemas.openxmlformats.org/drawingml/2006/main">
            <a:off x="7219950" y="1752600"/>
            <a:ext cx="2247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BP · sugar · SpO₂ · weight</a:t>
            </a:r>
          </a:p>
        </p:txBody>
      </p:sp>
      <p:sp>
        <p:nvSpPr>
          <p:cNvPr id="14" name="shape-14">
            <a:extLst xmlns:a="http://schemas.openxmlformats.org/drawingml/2006/main">
              <a:ext uri="{FF2B5EF4-FFF2-40B4-BE49-F238E27FC236}">
                <a16:creationId xmlns:a16="http://schemas.microsoft.com/office/drawing/2014/main" id="{60ACF822-3975-4351-ADDC-44017855271B}"/>
              </a:ext>
            </a:extLst>
          </p:cNvPr>
          <p:cNvSpPr>
            <a:spLocks xmlns:a="http://schemas.openxmlformats.org/drawingml/2006/main" noGrp="1"/>
          </p:cNvSpPr>
          <p:nvPr/>
        </p:nvSpPr>
        <p:spPr>
          <a:xfrm xmlns:a="http://schemas.openxmlformats.org/drawingml/2006/main">
            <a:off x="7010400" y="2181225"/>
            <a:ext cx="95250" cy="95250"/>
          </a:xfrm>
          <a:prstGeom xmlns:a="http://schemas.openxmlformats.org/drawingml/2006/main" prst="ellipse">
            <a:avLst/>
          </a:prstGeom>
          <a:solidFill xmlns:a="http://schemas.openxmlformats.org/drawingml/2006/main">
            <a:srgbClr val="E3474E"/>
          </a:solidFill>
          <a:ln xmlns:a="http://schemas.openxmlformats.org/drawingml/2006/main" w="0">
            <a:noFill/>
            <a:prstDash val="solid"/>
          </a:ln>
        </p:spPr>
      </p:sp>
      <p:sp>
        <p:nvSpPr>
          <p:cNvPr id="15" name="shape-15">
            <a:extLst xmlns:a="http://schemas.openxmlformats.org/drawingml/2006/main">
              <a:ext uri="{FF2B5EF4-FFF2-40B4-BE49-F238E27FC236}">
                <a16:creationId xmlns:a16="http://schemas.microsoft.com/office/drawing/2014/main" id="{C95C5EA1-1DB7-4757-8B94-EDBA81F0F593}"/>
              </a:ext>
            </a:extLst>
          </p:cNvPr>
          <p:cNvSpPr>
            <a:spLocks xmlns:a="http://schemas.openxmlformats.org/drawingml/2006/main" noGrp="1"/>
          </p:cNvSpPr>
          <p:nvPr/>
        </p:nvSpPr>
        <p:spPr>
          <a:xfrm xmlns:a="http://schemas.openxmlformats.org/drawingml/2006/main">
            <a:off x="7219950" y="20955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MEDICINES</a:t>
            </a:r>
          </a:p>
        </p:txBody>
      </p:sp>
      <p:sp>
        <p:nvSpPr>
          <p:cNvPr id="16" name="shape-16">
            <a:extLst xmlns:a="http://schemas.openxmlformats.org/drawingml/2006/main">
              <a:ext uri="{FF2B5EF4-FFF2-40B4-BE49-F238E27FC236}">
                <a16:creationId xmlns:a16="http://schemas.microsoft.com/office/drawing/2014/main" id="{9C252C0D-CBE8-4630-8D76-96348A83DC47}"/>
              </a:ext>
            </a:extLst>
          </p:cNvPr>
          <p:cNvSpPr>
            <a:spLocks xmlns:a="http://schemas.openxmlformats.org/drawingml/2006/main" noGrp="1"/>
          </p:cNvSpPr>
          <p:nvPr/>
        </p:nvSpPr>
        <p:spPr>
          <a:xfrm xmlns:a="http://schemas.openxmlformats.org/drawingml/2006/main">
            <a:off x="7219950" y="2305050"/>
            <a:ext cx="2247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Dose and timing logs</a:t>
            </a:r>
          </a:p>
        </p:txBody>
      </p:sp>
      <p:sp>
        <p:nvSpPr>
          <p:cNvPr id="17" name="shape-17">
            <a:extLst xmlns:a="http://schemas.openxmlformats.org/drawingml/2006/main">
              <a:ext uri="{FF2B5EF4-FFF2-40B4-BE49-F238E27FC236}">
                <a16:creationId xmlns:a16="http://schemas.microsoft.com/office/drawing/2014/main" id="{1C68307A-7E9D-4592-94B2-EAC81C888BBA}"/>
              </a:ext>
            </a:extLst>
          </p:cNvPr>
          <p:cNvSpPr>
            <a:spLocks xmlns:a="http://schemas.openxmlformats.org/drawingml/2006/main" noGrp="1"/>
          </p:cNvSpPr>
          <p:nvPr/>
        </p:nvSpPr>
        <p:spPr>
          <a:xfrm xmlns:a="http://schemas.openxmlformats.org/drawingml/2006/main">
            <a:off x="7010400" y="2733675"/>
            <a:ext cx="95250" cy="95250"/>
          </a:xfrm>
          <a:prstGeom xmlns:a="http://schemas.openxmlformats.org/drawingml/2006/main" prst="ellipse">
            <a:avLst/>
          </a:prstGeom>
          <a:solidFill xmlns:a="http://schemas.openxmlformats.org/drawingml/2006/main">
            <a:srgbClr val="E3474E"/>
          </a:solidFill>
          <a:ln xmlns:a="http://schemas.openxmlformats.org/drawingml/2006/main" w="0">
            <a:noFill/>
            <a:prstDash val="solid"/>
          </a:ln>
        </p:spPr>
      </p:sp>
      <p:sp>
        <p:nvSpPr>
          <p:cNvPr id="18" name="shape-18">
            <a:extLst xmlns:a="http://schemas.openxmlformats.org/drawingml/2006/main">
              <a:ext uri="{FF2B5EF4-FFF2-40B4-BE49-F238E27FC236}">
                <a16:creationId xmlns:a16="http://schemas.microsoft.com/office/drawing/2014/main" id="{B87D024A-CB1B-4B49-9B6D-7ECD992C4B8C}"/>
              </a:ext>
            </a:extLst>
          </p:cNvPr>
          <p:cNvSpPr>
            <a:spLocks xmlns:a="http://schemas.openxmlformats.org/drawingml/2006/main" noGrp="1"/>
          </p:cNvSpPr>
          <p:nvPr/>
        </p:nvSpPr>
        <p:spPr>
          <a:xfrm xmlns:a="http://schemas.openxmlformats.org/drawingml/2006/main">
            <a:off x="7219950" y="2647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CALL NOTES</a:t>
            </a:r>
          </a:p>
        </p:txBody>
      </p:sp>
      <p:sp>
        <p:nvSpPr>
          <p:cNvPr id="19" name="shape-19">
            <a:extLst xmlns:a="http://schemas.openxmlformats.org/drawingml/2006/main">
              <a:ext uri="{FF2B5EF4-FFF2-40B4-BE49-F238E27FC236}">
                <a16:creationId xmlns:a16="http://schemas.microsoft.com/office/drawing/2014/main" id="{31FF0999-28D4-4BDE-BE1C-007410F4882C}"/>
              </a:ext>
            </a:extLst>
          </p:cNvPr>
          <p:cNvSpPr>
            <a:spLocks xmlns:a="http://schemas.openxmlformats.org/drawingml/2006/main" noGrp="1"/>
          </p:cNvSpPr>
          <p:nvPr/>
        </p:nvSpPr>
        <p:spPr>
          <a:xfrm xmlns:a="http://schemas.openxmlformats.org/drawingml/2006/main">
            <a:off x="7219950" y="2857500"/>
            <a:ext cx="2247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Hindi · English · Hinglish</a:t>
            </a:r>
          </a:p>
        </p:txBody>
      </p:sp>
      <p:sp>
        <p:nvSpPr>
          <p:cNvPr id="20" name="shape-20">
            <a:extLst xmlns:a="http://schemas.openxmlformats.org/drawingml/2006/main">
              <a:ext uri="{FF2B5EF4-FFF2-40B4-BE49-F238E27FC236}">
                <a16:creationId xmlns:a16="http://schemas.microsoft.com/office/drawing/2014/main" id="{C8221A95-42B1-46A3-B84B-DA6649255BB1}"/>
              </a:ext>
            </a:extLst>
          </p:cNvPr>
          <p:cNvSpPr>
            <a:spLocks xmlns:a="http://schemas.openxmlformats.org/drawingml/2006/main" noGrp="1"/>
          </p:cNvSpPr>
          <p:nvPr/>
        </p:nvSpPr>
        <p:spPr>
          <a:xfrm xmlns:a="http://schemas.openxmlformats.org/drawingml/2006/main">
            <a:off x="7010400" y="3286125"/>
            <a:ext cx="95250" cy="95250"/>
          </a:xfrm>
          <a:prstGeom xmlns:a="http://schemas.openxmlformats.org/drawingml/2006/main" prst="ellipse">
            <a:avLst/>
          </a:prstGeom>
          <a:solidFill xmlns:a="http://schemas.openxmlformats.org/drawingml/2006/main">
            <a:srgbClr val="E3474E"/>
          </a:solidFill>
          <a:ln xmlns:a="http://schemas.openxmlformats.org/drawingml/2006/main" w="0">
            <a:noFill/>
            <a:prstDash val="solid"/>
          </a:ln>
        </p:spPr>
      </p:sp>
      <p:sp>
        <p:nvSpPr>
          <p:cNvPr id="21" name="shape-21">
            <a:extLst xmlns:a="http://schemas.openxmlformats.org/drawingml/2006/main">
              <a:ext uri="{FF2B5EF4-FFF2-40B4-BE49-F238E27FC236}">
                <a16:creationId xmlns:a16="http://schemas.microsoft.com/office/drawing/2014/main" id="{8E32C08D-9F44-4FC9-B72D-5FA4B8189E72}"/>
              </a:ext>
            </a:extLst>
          </p:cNvPr>
          <p:cNvSpPr>
            <a:spLocks xmlns:a="http://schemas.openxmlformats.org/drawingml/2006/main" noGrp="1"/>
          </p:cNvSpPr>
          <p:nvPr/>
        </p:nvSpPr>
        <p:spPr>
          <a:xfrm xmlns:a="http://schemas.openxmlformats.org/drawingml/2006/main">
            <a:off x="7219950" y="3200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FAMILY INPUT</a:t>
            </a:r>
          </a:p>
        </p:txBody>
      </p:sp>
      <p:sp>
        <p:nvSpPr>
          <p:cNvPr id="22" name="shape-22">
            <a:extLst xmlns:a="http://schemas.openxmlformats.org/drawingml/2006/main">
              <a:ext uri="{FF2B5EF4-FFF2-40B4-BE49-F238E27FC236}">
                <a16:creationId xmlns:a16="http://schemas.microsoft.com/office/drawing/2014/main" id="{1A64B1F6-07FC-4E84-80F8-1AE5A36C3E16}"/>
              </a:ext>
            </a:extLst>
          </p:cNvPr>
          <p:cNvSpPr>
            <a:spLocks xmlns:a="http://schemas.openxmlformats.org/drawingml/2006/main" noGrp="1"/>
          </p:cNvSpPr>
          <p:nvPr/>
        </p:nvSpPr>
        <p:spPr>
          <a:xfrm xmlns:a="http://schemas.openxmlformats.org/drawingml/2006/main">
            <a:off x="7219950" y="3409950"/>
            <a:ext cx="2247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Only with sharing consent</a:t>
            </a:r>
          </a:p>
        </p:txBody>
      </p:sp>
      <p:sp>
        <p:nvSpPr>
          <p:cNvPr id="23" name="shape-23">
            <a:extLst xmlns:a="http://schemas.openxmlformats.org/drawingml/2006/main">
              <a:ext uri="{FF2B5EF4-FFF2-40B4-BE49-F238E27FC236}">
                <a16:creationId xmlns:a16="http://schemas.microsoft.com/office/drawing/2014/main" id="{99827D4D-75F0-49D6-B539-71FF01623A52}"/>
              </a:ext>
            </a:extLst>
          </p:cNvPr>
          <p:cNvSpPr>
            <a:spLocks xmlns:a="http://schemas.openxmlformats.org/drawingml/2006/main" noGrp="1"/>
          </p:cNvSpPr>
          <p:nvPr/>
        </p:nvSpPr>
        <p:spPr>
          <a:xfrm xmlns:a="http://schemas.openxmlformats.org/drawingml/2006/main">
            <a:off x="9525000" y="1562100"/>
            <a:ext cx="19050" cy="2019300"/>
          </a:xfrm>
          <a:prstGeom xmlns:a="http://schemas.openxmlformats.org/drawingml/2006/main" prst="rect">
            <a:avLst/>
          </a:prstGeom>
          <a:solidFill xmlns:a="http://schemas.openxmlformats.org/drawingml/2006/main">
            <a:srgbClr val="743036"/>
          </a:solidFill>
          <a:ln xmlns:a="http://schemas.openxmlformats.org/drawingml/2006/main" w="0">
            <a:noFill/>
            <a:prstDash val="solid"/>
          </a:ln>
        </p:spPr>
      </p:sp>
      <p:sp>
        <p:nvSpPr>
          <p:cNvPr id="24" name="shape-24">
            <a:extLst xmlns:a="http://schemas.openxmlformats.org/drawingml/2006/main">
              <a:ext uri="{FF2B5EF4-FFF2-40B4-BE49-F238E27FC236}">
                <a16:creationId xmlns:a16="http://schemas.microsoft.com/office/drawing/2014/main" id="{05934BBD-2FE0-480B-9503-61321B9106B7}"/>
              </a:ext>
            </a:extLst>
          </p:cNvPr>
          <p:cNvSpPr>
            <a:spLocks xmlns:a="http://schemas.openxmlformats.org/drawingml/2006/main" noGrp="1"/>
          </p:cNvSpPr>
          <p:nvPr/>
        </p:nvSpPr>
        <p:spPr>
          <a:xfrm xmlns:a="http://schemas.openxmlformats.org/drawingml/2006/main">
            <a:off x="9829800" y="1819275"/>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E3474E"/>
                </a:solidFill>
                <a:latin typeface="Arial"/>
                <a:ea typeface="Arial"/>
                <a:cs typeface="Arial"/>
              </a:defRPr>
            </a:defPPr>
            <a:lvl1pPr algn="l">
              <a:defRPr sz="1275" b="1">
                <a:solidFill>
                  <a:srgbClr val="E3474E"/>
                </a:solidFill>
                <a:latin typeface="Arial"/>
                <a:ea typeface="Arial"/>
                <a:cs typeface="Arial"/>
              </a:defRPr>
            </a:lvl1pPr>
            <a:lvl2pPr algn="l">
              <a:defRPr sz="1275" b="1">
                <a:solidFill>
                  <a:srgbClr val="E3474E"/>
                </a:solidFill>
                <a:latin typeface="Arial"/>
                <a:ea typeface="Arial"/>
                <a:cs typeface="Arial"/>
              </a:defRPr>
            </a:lvl2pPr>
            <a:lvl3pPr algn="l">
              <a:defRPr sz="1275" b="1">
                <a:solidFill>
                  <a:srgbClr val="E3474E"/>
                </a:solidFill>
                <a:latin typeface="Arial"/>
                <a:ea typeface="Arial"/>
                <a:cs typeface="Arial"/>
              </a:defRPr>
            </a:lvl3pPr>
            <a:lvl4pPr algn="l">
              <a:defRPr sz="1275" b="1">
                <a:solidFill>
                  <a:srgbClr val="E3474E"/>
                </a:solidFill>
                <a:latin typeface="Arial"/>
                <a:ea typeface="Arial"/>
                <a:cs typeface="Arial"/>
              </a:defRPr>
            </a:lvl4pPr>
            <a:lvl5pPr algn="l">
              <a:defRPr sz="1275" b="1">
                <a:solidFill>
                  <a:srgbClr val="E3474E"/>
                </a:solidFill>
                <a:latin typeface="Arial"/>
                <a:ea typeface="Arial"/>
                <a:cs typeface="Arial"/>
              </a:defRPr>
            </a:lvl5pPr>
            <a:lvl6pPr algn="l">
              <a:defRPr sz="1275" b="1">
                <a:solidFill>
                  <a:srgbClr val="E3474E"/>
                </a:solidFill>
                <a:latin typeface="Arial"/>
                <a:ea typeface="Arial"/>
                <a:cs typeface="Arial"/>
              </a:defRPr>
            </a:lvl6pPr>
            <a:lvl7pPr algn="l">
              <a:defRPr sz="1275" b="1">
                <a:solidFill>
                  <a:srgbClr val="E3474E"/>
                </a:solidFill>
                <a:latin typeface="Arial"/>
                <a:ea typeface="Arial"/>
                <a:cs typeface="Arial"/>
              </a:defRPr>
            </a:lvl7pPr>
            <a:lvl8pPr algn="l">
              <a:defRPr sz="1275" b="1">
                <a:solidFill>
                  <a:srgbClr val="E3474E"/>
                </a:solidFill>
                <a:latin typeface="Arial"/>
                <a:ea typeface="Arial"/>
                <a:cs typeface="Arial"/>
              </a:defRPr>
            </a:lvl8pPr>
            <a:lvl9pPr algn="l">
              <a:defRPr sz="1275" b="1">
                <a:solidFill>
                  <a:srgbClr val="E3474E"/>
                </a:solidFill>
                <a:latin typeface="Arial"/>
                <a:ea typeface="Arial"/>
                <a:cs typeface="Arial"/>
              </a:defRPr>
            </a:lvl9pPr>
          </a:lstStyle>
          <a:p xmlns:a="http://schemas.openxmlformats.org/drawingml/2006/main">
            <a:pPr algn="l">
              <a:defRPr sz="1275" b="1">
                <a:solidFill>
                  <a:srgbClr val="E3474E"/>
                </a:solidFill>
                <a:latin typeface="Arial"/>
                <a:ea typeface="Arial"/>
                <a:cs typeface="Arial"/>
              </a:defRPr>
            </a:pPr>
            <a:r>
              <a:rPr sz="1275" b="1">
                <a:solidFill>
                  <a:srgbClr val="E3474E"/>
                </a:solidFill>
                <a:latin typeface="Arial"/>
                <a:ea typeface="Arial"/>
                <a:cs typeface="Arial"/>
              </a:rPr>
              <a:t>DAILY</a:t>
            </a:r>
          </a:p>
        </p:txBody>
      </p:sp>
      <p:sp>
        <p:nvSpPr>
          <p:cNvPr id="25" name="shape-25">
            <a:extLst xmlns:a="http://schemas.openxmlformats.org/drawingml/2006/main">
              <a:ext uri="{FF2B5EF4-FFF2-40B4-BE49-F238E27FC236}">
                <a16:creationId xmlns:a16="http://schemas.microsoft.com/office/drawing/2014/main" id="{027DC45F-D45B-400F-9038-237602A4C28C}"/>
              </a:ext>
            </a:extLst>
          </p:cNvPr>
          <p:cNvSpPr>
            <a:spLocks xmlns:a="http://schemas.openxmlformats.org/drawingml/2006/main" noGrp="1"/>
          </p:cNvSpPr>
          <p:nvPr/>
        </p:nvSpPr>
        <p:spPr>
          <a:xfrm xmlns:a="http://schemas.openxmlformats.org/drawingml/2006/main">
            <a:off x="9829800" y="2124075"/>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5F2F0"/>
                </a:solidFill>
                <a:latin typeface="Arial"/>
                <a:ea typeface="Arial"/>
                <a:cs typeface="Arial"/>
              </a:defRPr>
            </a:defPPr>
            <a:lvl1pPr algn="l">
              <a:defRPr sz="1950" b="1">
                <a:solidFill>
                  <a:srgbClr val="F5F2F0"/>
                </a:solidFill>
                <a:latin typeface="Arial"/>
                <a:ea typeface="Arial"/>
                <a:cs typeface="Arial"/>
              </a:defRPr>
            </a:lvl1pPr>
            <a:lvl2pPr algn="l">
              <a:defRPr sz="1950" b="1">
                <a:solidFill>
                  <a:srgbClr val="F5F2F0"/>
                </a:solidFill>
                <a:latin typeface="Arial"/>
                <a:ea typeface="Arial"/>
                <a:cs typeface="Arial"/>
              </a:defRPr>
            </a:lvl2pPr>
            <a:lvl3pPr algn="l">
              <a:defRPr sz="1950" b="1">
                <a:solidFill>
                  <a:srgbClr val="F5F2F0"/>
                </a:solidFill>
                <a:latin typeface="Arial"/>
                <a:ea typeface="Arial"/>
                <a:cs typeface="Arial"/>
              </a:defRPr>
            </a:lvl3pPr>
            <a:lvl4pPr algn="l">
              <a:defRPr sz="1950" b="1">
                <a:solidFill>
                  <a:srgbClr val="F5F2F0"/>
                </a:solidFill>
                <a:latin typeface="Arial"/>
                <a:ea typeface="Arial"/>
                <a:cs typeface="Arial"/>
              </a:defRPr>
            </a:lvl4pPr>
            <a:lvl5pPr algn="l">
              <a:defRPr sz="1950" b="1">
                <a:solidFill>
                  <a:srgbClr val="F5F2F0"/>
                </a:solidFill>
                <a:latin typeface="Arial"/>
                <a:ea typeface="Arial"/>
                <a:cs typeface="Arial"/>
              </a:defRPr>
            </a:lvl5pPr>
            <a:lvl6pPr algn="l">
              <a:defRPr sz="1950" b="1">
                <a:solidFill>
                  <a:srgbClr val="F5F2F0"/>
                </a:solidFill>
                <a:latin typeface="Arial"/>
                <a:ea typeface="Arial"/>
                <a:cs typeface="Arial"/>
              </a:defRPr>
            </a:lvl6pPr>
            <a:lvl7pPr algn="l">
              <a:defRPr sz="1950" b="1">
                <a:solidFill>
                  <a:srgbClr val="F5F2F0"/>
                </a:solidFill>
                <a:latin typeface="Arial"/>
                <a:ea typeface="Arial"/>
                <a:cs typeface="Arial"/>
              </a:defRPr>
            </a:lvl7pPr>
            <a:lvl8pPr algn="l">
              <a:defRPr sz="1950" b="1">
                <a:solidFill>
                  <a:srgbClr val="F5F2F0"/>
                </a:solidFill>
                <a:latin typeface="Arial"/>
                <a:ea typeface="Arial"/>
                <a:cs typeface="Arial"/>
              </a:defRPr>
            </a:lvl8pPr>
            <a:lvl9pPr algn="l">
              <a:defRPr sz="1950" b="1">
                <a:solidFill>
                  <a:srgbClr val="F5F2F0"/>
                </a:solidFill>
                <a:latin typeface="Arial"/>
                <a:ea typeface="Arial"/>
                <a:cs typeface="Arial"/>
              </a:defRPr>
            </a:lvl9pPr>
          </a:lstStyle>
          <a:p xmlns:a="http://schemas.openxmlformats.org/drawingml/2006/main">
            <a:pPr algn="l">
              <a:defRPr sz="1950" b="1">
                <a:solidFill>
                  <a:srgbClr val="F5F2F0"/>
                </a:solidFill>
                <a:latin typeface="Arial"/>
                <a:ea typeface="Arial"/>
                <a:cs typeface="Arial"/>
              </a:defRPr>
            </a:pPr>
            <a:r>
              <a:rPr sz="1950" b="1">
                <a:solidFill>
                  <a:srgbClr val="F5F2F0"/>
                </a:solidFill>
                <a:latin typeface="Arial"/>
                <a:ea typeface="Arial"/>
                <a:cs typeface="Arial"/>
              </a:rPr>
              <a:t>CARE QUEUE</a:t>
            </a:r>
          </a:p>
        </p:txBody>
      </p:sp>
      <p:sp>
        <p:nvSpPr>
          <p:cNvPr id="26" name="shape-26">
            <a:extLst xmlns:a="http://schemas.openxmlformats.org/drawingml/2006/main">
              <a:ext uri="{FF2B5EF4-FFF2-40B4-BE49-F238E27FC236}">
                <a16:creationId xmlns:a16="http://schemas.microsoft.com/office/drawing/2014/main" id="{6F3F802B-1B17-4A3C-8DCE-031EAC0E8FC8}"/>
              </a:ext>
            </a:extLst>
          </p:cNvPr>
          <p:cNvSpPr>
            <a:spLocks xmlns:a="http://schemas.openxmlformats.org/drawingml/2006/main" noGrp="1"/>
          </p:cNvSpPr>
          <p:nvPr/>
        </p:nvSpPr>
        <p:spPr>
          <a:xfrm xmlns:a="http://schemas.openxmlformats.org/drawingml/2006/main">
            <a:off x="9829800" y="2876550"/>
            <a:ext cx="13811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9BBC1"/>
                </a:solidFill>
                <a:latin typeface="Arial"/>
                <a:ea typeface="Arial"/>
                <a:cs typeface="Arial"/>
              </a:defRPr>
            </a:defPPr>
            <a:lvl1pPr algn="l">
              <a:defRPr sz="1350" b="0">
                <a:solidFill>
                  <a:srgbClr val="B9BBC1"/>
                </a:solidFill>
                <a:latin typeface="Arial"/>
                <a:ea typeface="Arial"/>
                <a:cs typeface="Arial"/>
              </a:defRPr>
            </a:lvl1pPr>
            <a:lvl2pPr algn="l">
              <a:defRPr sz="1350" b="0">
                <a:solidFill>
                  <a:srgbClr val="B9BBC1"/>
                </a:solidFill>
                <a:latin typeface="Arial"/>
                <a:ea typeface="Arial"/>
                <a:cs typeface="Arial"/>
              </a:defRPr>
            </a:lvl2pPr>
            <a:lvl3pPr algn="l">
              <a:defRPr sz="1350" b="0">
                <a:solidFill>
                  <a:srgbClr val="B9BBC1"/>
                </a:solidFill>
                <a:latin typeface="Arial"/>
                <a:ea typeface="Arial"/>
                <a:cs typeface="Arial"/>
              </a:defRPr>
            </a:lvl3pPr>
            <a:lvl4pPr algn="l">
              <a:defRPr sz="1350" b="0">
                <a:solidFill>
                  <a:srgbClr val="B9BBC1"/>
                </a:solidFill>
                <a:latin typeface="Arial"/>
                <a:ea typeface="Arial"/>
                <a:cs typeface="Arial"/>
              </a:defRPr>
            </a:lvl4pPr>
            <a:lvl5pPr algn="l">
              <a:defRPr sz="1350" b="0">
                <a:solidFill>
                  <a:srgbClr val="B9BBC1"/>
                </a:solidFill>
                <a:latin typeface="Arial"/>
                <a:ea typeface="Arial"/>
                <a:cs typeface="Arial"/>
              </a:defRPr>
            </a:lvl5pPr>
            <a:lvl6pPr algn="l">
              <a:defRPr sz="1350" b="0">
                <a:solidFill>
                  <a:srgbClr val="B9BBC1"/>
                </a:solidFill>
                <a:latin typeface="Arial"/>
                <a:ea typeface="Arial"/>
                <a:cs typeface="Arial"/>
              </a:defRPr>
            </a:lvl6pPr>
            <a:lvl7pPr algn="l">
              <a:defRPr sz="1350" b="0">
                <a:solidFill>
                  <a:srgbClr val="B9BBC1"/>
                </a:solidFill>
                <a:latin typeface="Arial"/>
                <a:ea typeface="Arial"/>
                <a:cs typeface="Arial"/>
              </a:defRPr>
            </a:lvl7pPr>
            <a:lvl8pPr algn="l">
              <a:defRPr sz="1350" b="0">
                <a:solidFill>
                  <a:srgbClr val="B9BBC1"/>
                </a:solidFill>
                <a:latin typeface="Arial"/>
                <a:ea typeface="Arial"/>
                <a:cs typeface="Arial"/>
              </a:defRPr>
            </a:lvl8pPr>
            <a:lvl9pPr algn="l">
              <a:defRPr sz="1350" b="0">
                <a:solidFill>
                  <a:srgbClr val="B9BBC1"/>
                </a:solidFill>
                <a:latin typeface="Arial"/>
                <a:ea typeface="Arial"/>
                <a:cs typeface="Arial"/>
              </a:defRPr>
            </a:lvl9pPr>
          </a:lstStyle>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Urgency</a:t>
            </a:r>
          </a:p>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Reasons</a:t>
            </a:r>
          </a:p>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Next action</a:t>
            </a:r>
          </a:p>
        </p:txBody>
      </p:sp>
      <p:sp>
        <p:nvSpPr>
          <p:cNvPr id="27" name="shape-27">
            <a:extLst xmlns:a="http://schemas.openxmlformats.org/drawingml/2006/main">
              <a:ext uri="{FF2B5EF4-FFF2-40B4-BE49-F238E27FC236}">
                <a16:creationId xmlns:a16="http://schemas.microsoft.com/office/drawing/2014/main" id="{BF37C4F0-B2C0-4DC8-B86A-AC8A88FC5F73}"/>
              </a:ext>
            </a:extLst>
          </p:cNvPr>
          <p:cNvSpPr>
            <a:spLocks xmlns:a="http://schemas.openxmlformats.org/drawingml/2006/main" noGrp="1"/>
          </p:cNvSpPr>
          <p:nvPr/>
        </p:nvSpPr>
        <p:spPr>
          <a:xfrm xmlns:a="http://schemas.openxmlformats.org/drawingml/2006/main">
            <a:off x="6991350" y="4038600"/>
            <a:ext cx="4191000" cy="495300"/>
          </a:xfrm>
          <a:prstGeom xmlns:a="http://schemas.openxmlformats.org/drawingml/2006/main" prst="roundRect">
            <a:avLst>
              <a:gd name="adj" fmla="val 15385"/>
            </a:avLst>
          </a:prstGeom>
          <a:solidFill xmlns:a="http://schemas.openxmlformats.org/drawingml/2006/main">
            <a:srgbClr val="1B1E23"/>
          </a:solidFill>
          <a:ln xmlns:a="http://schemas.openxmlformats.org/drawingml/2006/main" w="0">
            <a:noFill/>
            <a:prstDash val="solid"/>
          </a:ln>
        </p:spPr>
      </p:sp>
      <p:sp>
        <p:nvSpPr>
          <p:cNvPr id="28" name="shape-28">
            <a:extLst xmlns:a="http://schemas.openxmlformats.org/drawingml/2006/main">
              <a:ext uri="{FF2B5EF4-FFF2-40B4-BE49-F238E27FC236}">
                <a16:creationId xmlns:a16="http://schemas.microsoft.com/office/drawing/2014/main" id="{832C8029-6B9F-45BF-ABD8-DBC949174711}"/>
              </a:ext>
            </a:extLst>
          </p:cNvPr>
          <p:cNvSpPr>
            <a:spLocks xmlns:a="http://schemas.openxmlformats.org/drawingml/2006/main" noGrp="1"/>
          </p:cNvSpPr>
          <p:nvPr/>
        </p:nvSpPr>
        <p:spPr>
          <a:xfrm xmlns:a="http://schemas.openxmlformats.org/drawingml/2006/main">
            <a:off x="7143750" y="4191000"/>
            <a:ext cx="3886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F5F2F0"/>
                </a:solidFill>
                <a:latin typeface="Arial"/>
                <a:ea typeface="Arial"/>
                <a:cs typeface="Arial"/>
              </a:defRPr>
            </a:defPPr>
            <a:lvl1pPr algn="ctr">
              <a:defRPr sz="1125" b="1">
                <a:solidFill>
                  <a:srgbClr val="F5F2F0"/>
                </a:solidFill>
                <a:latin typeface="Arial"/>
                <a:ea typeface="Arial"/>
                <a:cs typeface="Arial"/>
              </a:defRPr>
            </a:lvl1pPr>
            <a:lvl2pPr algn="ctr">
              <a:defRPr sz="1125" b="1">
                <a:solidFill>
                  <a:srgbClr val="F5F2F0"/>
                </a:solidFill>
                <a:latin typeface="Arial"/>
                <a:ea typeface="Arial"/>
                <a:cs typeface="Arial"/>
              </a:defRPr>
            </a:lvl2pPr>
            <a:lvl3pPr algn="ctr">
              <a:defRPr sz="1125" b="1">
                <a:solidFill>
                  <a:srgbClr val="F5F2F0"/>
                </a:solidFill>
                <a:latin typeface="Arial"/>
                <a:ea typeface="Arial"/>
                <a:cs typeface="Arial"/>
              </a:defRPr>
            </a:lvl3pPr>
            <a:lvl4pPr algn="ctr">
              <a:defRPr sz="1125" b="1">
                <a:solidFill>
                  <a:srgbClr val="F5F2F0"/>
                </a:solidFill>
                <a:latin typeface="Arial"/>
                <a:ea typeface="Arial"/>
                <a:cs typeface="Arial"/>
              </a:defRPr>
            </a:lvl4pPr>
            <a:lvl5pPr algn="ctr">
              <a:defRPr sz="1125" b="1">
                <a:solidFill>
                  <a:srgbClr val="F5F2F0"/>
                </a:solidFill>
                <a:latin typeface="Arial"/>
                <a:ea typeface="Arial"/>
                <a:cs typeface="Arial"/>
              </a:defRPr>
            </a:lvl5pPr>
            <a:lvl6pPr algn="ctr">
              <a:defRPr sz="1125" b="1">
                <a:solidFill>
                  <a:srgbClr val="F5F2F0"/>
                </a:solidFill>
                <a:latin typeface="Arial"/>
                <a:ea typeface="Arial"/>
                <a:cs typeface="Arial"/>
              </a:defRPr>
            </a:lvl6pPr>
            <a:lvl7pPr algn="ctr">
              <a:defRPr sz="1125" b="1">
                <a:solidFill>
                  <a:srgbClr val="F5F2F0"/>
                </a:solidFill>
                <a:latin typeface="Arial"/>
                <a:ea typeface="Arial"/>
                <a:cs typeface="Arial"/>
              </a:defRPr>
            </a:lvl7pPr>
            <a:lvl8pPr algn="ctr">
              <a:defRPr sz="1125" b="1">
                <a:solidFill>
                  <a:srgbClr val="F5F2F0"/>
                </a:solidFill>
                <a:latin typeface="Arial"/>
                <a:ea typeface="Arial"/>
                <a:cs typeface="Arial"/>
              </a:defRPr>
            </a:lvl8pPr>
            <a:lvl9pPr algn="ctr">
              <a:defRPr sz="1125" b="1">
                <a:solidFill>
                  <a:srgbClr val="F5F2F0"/>
                </a:solidFill>
                <a:latin typeface="Arial"/>
                <a:ea typeface="Arial"/>
                <a:cs typeface="Arial"/>
              </a:defRPr>
            </a:lvl9pPr>
          </a:lstStyle>
          <a:p xmlns:a="http://schemas.openxmlformats.org/drawingml/2006/main">
            <a:pPr algn="ctr">
              <a:defRPr sz="1125" b="1">
                <a:solidFill>
                  <a:srgbClr val="F5F2F0"/>
                </a:solidFill>
                <a:latin typeface="Arial"/>
                <a:ea typeface="Arial"/>
                <a:cs typeface="Arial"/>
              </a:defRPr>
            </a:pPr>
            <a:r>
              <a:rPr sz="1125" b="1">
                <a:solidFill>
                  <a:srgbClr val="F5F2F0"/>
                </a:solidFill>
                <a:latin typeface="Arial"/>
                <a:ea typeface="Arial"/>
                <a:cs typeface="Arial"/>
              </a:rPr>
              <a:t>ASSIGNED COORDINATOR  →  ACTION + OUTCOME</a:t>
            </a:r>
          </a:p>
        </p:txBody>
      </p:sp>
      <p:sp>
        <p:nvSpPr>
          <p:cNvPr id="29" name="shape-29">
            <a:extLst xmlns:a="http://schemas.openxmlformats.org/drawingml/2006/main">
              <a:ext uri="{FF2B5EF4-FFF2-40B4-BE49-F238E27FC236}">
                <a16:creationId xmlns:a16="http://schemas.microsoft.com/office/drawing/2014/main" id="{39AA653B-99B3-4E54-BD0F-5385340E131B}"/>
              </a:ext>
            </a:extLst>
          </p:cNvPr>
          <p:cNvSpPr>
            <a:spLocks xmlns:a="http://schemas.openxmlformats.org/drawingml/2006/main" noGrp="1"/>
          </p:cNvSpPr>
          <p:nvPr/>
        </p:nvSpPr>
        <p:spPr>
          <a:xfrm xmlns:a="http://schemas.openxmlformats.org/drawingml/2006/main">
            <a:off x="990600" y="5286375"/>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F2F0"/>
                </a:solidFill>
                <a:latin typeface="Arial"/>
                <a:ea typeface="Arial"/>
                <a:cs typeface="Arial"/>
              </a:defRPr>
            </a:defPPr>
            <a:lvl1pPr algn="l">
              <a:defRPr sz="1200" b="1">
                <a:solidFill>
                  <a:srgbClr val="F5F2F0"/>
                </a:solidFill>
                <a:latin typeface="Arial"/>
                <a:ea typeface="Arial"/>
                <a:cs typeface="Arial"/>
              </a:defRPr>
            </a:lvl1pPr>
            <a:lvl2pPr algn="l">
              <a:defRPr sz="1200" b="1">
                <a:solidFill>
                  <a:srgbClr val="F5F2F0"/>
                </a:solidFill>
                <a:latin typeface="Arial"/>
                <a:ea typeface="Arial"/>
                <a:cs typeface="Arial"/>
              </a:defRPr>
            </a:lvl2pPr>
            <a:lvl3pPr algn="l">
              <a:defRPr sz="1200" b="1">
                <a:solidFill>
                  <a:srgbClr val="F5F2F0"/>
                </a:solidFill>
                <a:latin typeface="Arial"/>
                <a:ea typeface="Arial"/>
                <a:cs typeface="Arial"/>
              </a:defRPr>
            </a:lvl3pPr>
            <a:lvl4pPr algn="l">
              <a:defRPr sz="1200" b="1">
                <a:solidFill>
                  <a:srgbClr val="F5F2F0"/>
                </a:solidFill>
                <a:latin typeface="Arial"/>
                <a:ea typeface="Arial"/>
                <a:cs typeface="Arial"/>
              </a:defRPr>
            </a:lvl4pPr>
            <a:lvl5pPr algn="l">
              <a:defRPr sz="1200" b="1">
                <a:solidFill>
                  <a:srgbClr val="F5F2F0"/>
                </a:solidFill>
                <a:latin typeface="Arial"/>
                <a:ea typeface="Arial"/>
                <a:cs typeface="Arial"/>
              </a:defRPr>
            </a:lvl5pPr>
            <a:lvl6pPr algn="l">
              <a:defRPr sz="1200" b="1">
                <a:solidFill>
                  <a:srgbClr val="F5F2F0"/>
                </a:solidFill>
                <a:latin typeface="Arial"/>
                <a:ea typeface="Arial"/>
                <a:cs typeface="Arial"/>
              </a:defRPr>
            </a:lvl6pPr>
            <a:lvl7pPr algn="l">
              <a:defRPr sz="1200" b="1">
                <a:solidFill>
                  <a:srgbClr val="F5F2F0"/>
                </a:solidFill>
                <a:latin typeface="Arial"/>
                <a:ea typeface="Arial"/>
                <a:cs typeface="Arial"/>
              </a:defRPr>
            </a:lvl7pPr>
            <a:lvl8pPr algn="l">
              <a:defRPr sz="1200" b="1">
                <a:solidFill>
                  <a:srgbClr val="F5F2F0"/>
                </a:solidFill>
                <a:latin typeface="Arial"/>
                <a:ea typeface="Arial"/>
                <a:cs typeface="Arial"/>
              </a:defRPr>
            </a:lvl8pPr>
            <a:lvl9pPr algn="l">
              <a:defRPr sz="1200" b="1">
                <a:solidFill>
                  <a:srgbClr val="F5F2F0"/>
                </a:solidFill>
                <a:latin typeface="Arial"/>
                <a:ea typeface="Arial"/>
                <a:cs typeface="Arial"/>
              </a:defRPr>
            </a:lvl9pPr>
          </a:lstStyle>
          <a:p xmlns:a="http://schemas.openxmlformats.org/drawingml/2006/main">
            <a:pPr algn="l">
              <a:defRPr sz="1200" b="1">
                <a:solidFill>
                  <a:srgbClr val="F5F2F0"/>
                </a:solidFill>
                <a:latin typeface="Arial"/>
                <a:ea typeface="Arial"/>
                <a:cs typeface="Arial"/>
              </a:defRPr>
            </a:pPr>
            <a:r>
              <a:rPr sz="1200" b="1">
                <a:solidFill>
                  <a:srgbClr val="F5F2F0"/>
                </a:solidFill>
                <a:latin typeface="Arial"/>
                <a:ea typeface="Arial"/>
                <a:cs typeface="Arial"/>
              </a:rPr>
              <a:t>CodeBurner  ·  DEVS09   |   GLA University</a:t>
            </a:r>
          </a:p>
        </p:txBody>
      </p:sp>
      <p:sp>
        <p:nvSpPr>
          <p:cNvPr id="30" name="shape-30">
            <a:extLst xmlns:a="http://schemas.openxmlformats.org/drawingml/2006/main">
              <a:ext uri="{FF2B5EF4-FFF2-40B4-BE49-F238E27FC236}">
                <a16:creationId xmlns:a16="http://schemas.microsoft.com/office/drawing/2014/main" id="{BC21C0DC-6B0F-490F-B51A-3F1869EA9419}"/>
              </a:ext>
            </a:extLst>
          </p:cNvPr>
          <p:cNvSpPr>
            <a:spLocks xmlns:a="http://schemas.openxmlformats.org/drawingml/2006/main" noGrp="1"/>
          </p:cNvSpPr>
          <p:nvPr/>
        </p:nvSpPr>
        <p:spPr>
          <a:xfrm xmlns:a="http://schemas.openxmlformats.org/drawingml/2006/main">
            <a:off x="990600" y="5581650"/>
            <a:ext cx="533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Mayank Raj   ·   Raghav Agarwal   ·   Aditya Sharma   ·   Dev Thakur</a:t>
            </a:r>
          </a:p>
        </p:txBody>
      </p:sp>
      <p:sp>
        <p:nvSpPr>
          <p:cNvPr id="31" name="shape-31">
            <a:extLst xmlns:a="http://schemas.openxmlformats.org/drawingml/2006/main">
              <a:ext uri="{FF2B5EF4-FFF2-40B4-BE49-F238E27FC236}">
                <a16:creationId xmlns:a16="http://schemas.microsoft.com/office/drawing/2014/main" id="{1F9AEB0D-C0B6-4FCF-814E-FB9931F766C4}"/>
              </a:ext>
            </a:extLst>
          </p:cNvPr>
          <p:cNvSpPr>
            <a:spLocks xmlns:a="http://schemas.openxmlformats.org/drawingml/2006/main" noGrp="1"/>
          </p:cNvSpPr>
          <p:nvPr/>
        </p:nvSpPr>
        <p:spPr>
          <a:xfrm xmlns:a="http://schemas.openxmlformats.org/drawingml/2006/main">
            <a:off x="990600" y="590550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858A93"/>
                </a:solidFill>
                <a:latin typeface="Arial"/>
                <a:ea typeface="Arial"/>
                <a:cs typeface="Arial"/>
              </a:defRPr>
            </a:defPPr>
            <a:lvl1pPr algn="l">
              <a:defRPr sz="1050" b="0">
                <a:solidFill>
                  <a:srgbClr val="858A93"/>
                </a:solidFill>
                <a:latin typeface="Arial"/>
                <a:ea typeface="Arial"/>
                <a:cs typeface="Arial"/>
              </a:defRPr>
            </a:lvl1pPr>
            <a:lvl2pPr algn="l">
              <a:defRPr sz="1050" b="0">
                <a:solidFill>
                  <a:srgbClr val="858A93"/>
                </a:solidFill>
                <a:latin typeface="Arial"/>
                <a:ea typeface="Arial"/>
                <a:cs typeface="Arial"/>
              </a:defRPr>
            </a:lvl2pPr>
            <a:lvl3pPr algn="l">
              <a:defRPr sz="1050" b="0">
                <a:solidFill>
                  <a:srgbClr val="858A93"/>
                </a:solidFill>
                <a:latin typeface="Arial"/>
                <a:ea typeface="Arial"/>
                <a:cs typeface="Arial"/>
              </a:defRPr>
            </a:lvl3pPr>
            <a:lvl4pPr algn="l">
              <a:defRPr sz="1050" b="0">
                <a:solidFill>
                  <a:srgbClr val="858A93"/>
                </a:solidFill>
                <a:latin typeface="Arial"/>
                <a:ea typeface="Arial"/>
                <a:cs typeface="Arial"/>
              </a:defRPr>
            </a:lvl4pPr>
            <a:lvl5pPr algn="l">
              <a:defRPr sz="1050" b="0">
                <a:solidFill>
                  <a:srgbClr val="858A93"/>
                </a:solidFill>
                <a:latin typeface="Arial"/>
                <a:ea typeface="Arial"/>
                <a:cs typeface="Arial"/>
              </a:defRPr>
            </a:lvl5pPr>
            <a:lvl6pPr algn="l">
              <a:defRPr sz="1050" b="0">
                <a:solidFill>
                  <a:srgbClr val="858A93"/>
                </a:solidFill>
                <a:latin typeface="Arial"/>
                <a:ea typeface="Arial"/>
                <a:cs typeface="Arial"/>
              </a:defRPr>
            </a:lvl6pPr>
            <a:lvl7pPr algn="l">
              <a:defRPr sz="1050" b="0">
                <a:solidFill>
                  <a:srgbClr val="858A93"/>
                </a:solidFill>
                <a:latin typeface="Arial"/>
                <a:ea typeface="Arial"/>
                <a:cs typeface="Arial"/>
              </a:defRPr>
            </a:lvl7pPr>
            <a:lvl8pPr algn="l">
              <a:defRPr sz="1050" b="0">
                <a:solidFill>
                  <a:srgbClr val="858A93"/>
                </a:solidFill>
                <a:latin typeface="Arial"/>
                <a:ea typeface="Arial"/>
                <a:cs typeface="Arial"/>
              </a:defRPr>
            </a:lvl8pPr>
            <a:lvl9pPr algn="l">
              <a:defRPr sz="1050" b="0">
                <a:solidFill>
                  <a:srgbClr val="858A93"/>
                </a:solidFill>
                <a:latin typeface="Arial"/>
                <a:ea typeface="Arial"/>
                <a:cs typeface="Arial"/>
              </a:defRPr>
            </a:lvl9pPr>
          </a:lstStyle>
          <a:p xmlns:a="http://schemas.openxmlformats.org/drawingml/2006/main">
            <a:pPr algn="l">
              <a:defRPr sz="1050" b="0">
                <a:solidFill>
                  <a:srgbClr val="858A93"/>
                </a:solidFill>
                <a:latin typeface="Arial"/>
                <a:ea typeface="Arial"/>
                <a:cs typeface="Arial"/>
              </a:defRPr>
            </a:pPr>
            <a:r>
              <a:rPr sz="1050" b="0">
                <a:solidFill>
                  <a:srgbClr val="858A93"/>
                </a:solidFill>
                <a:latin typeface="Arial"/>
                <a:ea typeface="Arial"/>
                <a:cs typeface="Arial"/>
              </a:rPr>
              <a:t>Public showcase  ·  samarth-care-codeburners.vercel.app</a:t>
            </a:r>
          </a:p>
        </p:txBody>
      </p:sp>
      <p:sp>
        <p:nvSpPr>
          <p:cNvPr id="32" name="shape-32">
            <a:extLst xmlns:a="http://schemas.openxmlformats.org/drawingml/2006/main">
              <a:ext uri="{FF2B5EF4-FFF2-40B4-BE49-F238E27FC236}">
                <a16:creationId xmlns:a16="http://schemas.microsoft.com/office/drawing/2014/main" id="{0E4F64CD-E753-43CF-8F6A-B66CEFBD628C}"/>
              </a:ext>
            </a:extLst>
          </p:cNvPr>
          <p:cNvSpPr>
            <a:spLocks xmlns:a="http://schemas.openxmlformats.org/drawingml/2006/main" noGrp="1"/>
          </p:cNvSpPr>
          <p:nvPr/>
        </p:nvSpPr>
        <p:spPr>
          <a:xfrm xmlns:a="http://schemas.openxmlformats.org/drawingml/2006/main">
            <a:off x="10668000" y="63436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01  /  07</a:t>
            </a:r>
          </a:p>
        </p:txBody>
      </p:sp>
    </p:spTree>
    <p:extLst>
      <p:ext uri="{BB962C8B-B14F-4D97-AF65-F5344CB8AC3E}">
        <p14:creationId xmlns:p14="http://schemas.microsoft.com/office/powerpoint/2010/main" val="354299485"/>
      </p:ext>
    </p:extLst>
  </p:cSld>
</p:sld>
</file>

<file path=ppt/slides/slide2.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29" name="shape-33">
            <a:extLst xmlns:a="http://schemas.openxmlformats.org/drawingml/2006/main">
              <a:ext uri="{FF2B5EF4-FFF2-40B4-BE49-F238E27FC236}">
                <a16:creationId xmlns:a16="http://schemas.microsoft.com/office/drawing/2014/main" id="{5F0F4E02-16CA-45D4-BC8F-CAA7B2550244}"/>
              </a:ext>
            </a:extLst>
          </p:cNvPr>
          <p:cNvSpPr>
            <a:spLocks xmlns:a="http://schemas.openxmlformats.org/drawingml/2006/main" noGrp="1"/>
          </p:cNvSpPr>
          <p:nvPr/>
        </p:nvSpPr>
        <p:spPr>
          <a:xfrm xmlns:a="http://schemas.openxmlformats.org/drawingml/2006/main">
            <a:off x="685800" y="3238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CARE</a:t>
            </a:r>
          </a:p>
        </p:txBody>
      </p:sp>
      <p:sp>
        <p:nvSpPr>
          <p:cNvPr id="2" name="shape-34">
            <a:extLst xmlns:a="http://schemas.openxmlformats.org/drawingml/2006/main">
              <a:ext uri="{FF2B5EF4-FFF2-40B4-BE49-F238E27FC236}">
                <a16:creationId xmlns:a16="http://schemas.microsoft.com/office/drawing/2014/main" id="{C9A341FB-0D18-453F-8A44-395D819CD521}"/>
              </a:ext>
            </a:extLst>
          </p:cNvPr>
          <p:cNvSpPr>
            <a:spLocks xmlns:a="http://schemas.openxmlformats.org/drawingml/2006/main" noGrp="1"/>
          </p:cNvSpPr>
          <p:nvPr/>
        </p:nvSpPr>
        <p:spPr>
          <a:xfrm xmlns:a="http://schemas.openxmlformats.org/drawingml/2006/main">
            <a:off x="685800" y="62865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2F0"/>
                </a:solidFill>
                <a:latin typeface="Arial"/>
                <a:ea typeface="Arial"/>
                <a:cs typeface="Arial"/>
              </a:defRPr>
            </a:defPPr>
            <a:lvl1pPr algn="l">
              <a:defRPr sz="2850" b="1">
                <a:solidFill>
                  <a:srgbClr val="F5F2F0"/>
                </a:solidFill>
                <a:latin typeface="Arial"/>
                <a:ea typeface="Arial"/>
                <a:cs typeface="Arial"/>
              </a:defRPr>
            </a:lvl1pPr>
            <a:lvl2pPr algn="l">
              <a:defRPr sz="2850" b="1">
                <a:solidFill>
                  <a:srgbClr val="F5F2F0"/>
                </a:solidFill>
                <a:latin typeface="Arial"/>
                <a:ea typeface="Arial"/>
                <a:cs typeface="Arial"/>
              </a:defRPr>
            </a:lvl2pPr>
            <a:lvl3pPr algn="l">
              <a:defRPr sz="2850" b="1">
                <a:solidFill>
                  <a:srgbClr val="F5F2F0"/>
                </a:solidFill>
                <a:latin typeface="Arial"/>
                <a:ea typeface="Arial"/>
                <a:cs typeface="Arial"/>
              </a:defRPr>
            </a:lvl3pPr>
            <a:lvl4pPr algn="l">
              <a:defRPr sz="2850" b="1">
                <a:solidFill>
                  <a:srgbClr val="F5F2F0"/>
                </a:solidFill>
                <a:latin typeface="Arial"/>
                <a:ea typeface="Arial"/>
                <a:cs typeface="Arial"/>
              </a:defRPr>
            </a:lvl4pPr>
            <a:lvl5pPr algn="l">
              <a:defRPr sz="2850" b="1">
                <a:solidFill>
                  <a:srgbClr val="F5F2F0"/>
                </a:solidFill>
                <a:latin typeface="Arial"/>
                <a:ea typeface="Arial"/>
                <a:cs typeface="Arial"/>
              </a:defRPr>
            </a:lvl5pPr>
            <a:lvl6pPr algn="l">
              <a:defRPr sz="2850" b="1">
                <a:solidFill>
                  <a:srgbClr val="F5F2F0"/>
                </a:solidFill>
                <a:latin typeface="Arial"/>
                <a:ea typeface="Arial"/>
                <a:cs typeface="Arial"/>
              </a:defRPr>
            </a:lvl6pPr>
            <a:lvl7pPr algn="l">
              <a:defRPr sz="2850" b="1">
                <a:solidFill>
                  <a:srgbClr val="F5F2F0"/>
                </a:solidFill>
                <a:latin typeface="Arial"/>
                <a:ea typeface="Arial"/>
                <a:cs typeface="Arial"/>
              </a:defRPr>
            </a:lvl7pPr>
            <a:lvl8pPr algn="l">
              <a:defRPr sz="2850" b="1">
                <a:solidFill>
                  <a:srgbClr val="F5F2F0"/>
                </a:solidFill>
                <a:latin typeface="Arial"/>
                <a:ea typeface="Arial"/>
                <a:cs typeface="Arial"/>
              </a:defRPr>
            </a:lvl8pPr>
            <a:lvl9pPr algn="l">
              <a:defRPr sz="2850" b="1">
                <a:solidFill>
                  <a:srgbClr val="F5F2F0"/>
                </a:solidFill>
                <a:latin typeface="Arial"/>
                <a:ea typeface="Arial"/>
                <a:cs typeface="Arial"/>
              </a:defRPr>
            </a:lvl9pPr>
          </a:lstStyle>
          <a:p xmlns:a="http://schemas.openxmlformats.org/drawingml/2006/main">
            <a:pPr algn="l">
              <a:defRPr sz="2850" b="1">
                <a:solidFill>
                  <a:srgbClr val="F5F2F0"/>
                </a:solidFill>
                <a:latin typeface="Arial"/>
                <a:ea typeface="Arial"/>
                <a:cs typeface="Arial"/>
              </a:defRPr>
            </a:pPr>
            <a:r>
              <a:rPr sz="2850" b="1">
                <a:solidFill>
                  <a:srgbClr val="F5F2F0"/>
                </a:solidFill>
                <a:latin typeface="Arial"/>
                <a:ea typeface="Arial"/>
                <a:cs typeface="Arial"/>
              </a:rPr>
              <a:t>Care signals are fragmented</a:t>
            </a:r>
          </a:p>
        </p:txBody>
      </p:sp>
      <p:sp>
        <p:nvSpPr>
          <p:cNvPr id="3" name="shape-35">
            <a:extLst xmlns:a="http://schemas.openxmlformats.org/drawingml/2006/main">
              <a:ext uri="{FF2B5EF4-FFF2-40B4-BE49-F238E27FC236}">
                <a16:creationId xmlns:a16="http://schemas.microsoft.com/office/drawing/2014/main" id="{C1AE89ED-1653-4518-B0FE-4DD62AB17A5E}"/>
              </a:ext>
            </a:extLst>
          </p:cNvPr>
          <p:cNvSpPr>
            <a:spLocks xmlns:a="http://schemas.openxmlformats.org/drawingml/2006/main" noGrp="1"/>
          </p:cNvSpPr>
          <p:nvPr/>
        </p:nvSpPr>
        <p:spPr>
          <a:xfrm xmlns:a="http://schemas.openxmlformats.org/drawingml/2006/main">
            <a:off x="685800" y="11430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9BBC1"/>
                </a:solidFill>
                <a:latin typeface="Arial"/>
                <a:ea typeface="Arial"/>
                <a:cs typeface="Arial"/>
              </a:defRPr>
            </a:defPPr>
            <a:lvl1pPr algn="l">
              <a:defRPr sz="1425" b="0">
                <a:solidFill>
                  <a:srgbClr val="B9BBC1"/>
                </a:solidFill>
                <a:latin typeface="Arial"/>
                <a:ea typeface="Arial"/>
                <a:cs typeface="Arial"/>
              </a:defRPr>
            </a:lvl1pPr>
            <a:lvl2pPr algn="l">
              <a:defRPr sz="1425" b="0">
                <a:solidFill>
                  <a:srgbClr val="B9BBC1"/>
                </a:solidFill>
                <a:latin typeface="Arial"/>
                <a:ea typeface="Arial"/>
                <a:cs typeface="Arial"/>
              </a:defRPr>
            </a:lvl2pPr>
            <a:lvl3pPr algn="l">
              <a:defRPr sz="1425" b="0">
                <a:solidFill>
                  <a:srgbClr val="B9BBC1"/>
                </a:solidFill>
                <a:latin typeface="Arial"/>
                <a:ea typeface="Arial"/>
                <a:cs typeface="Arial"/>
              </a:defRPr>
            </a:lvl3pPr>
            <a:lvl4pPr algn="l">
              <a:defRPr sz="1425" b="0">
                <a:solidFill>
                  <a:srgbClr val="B9BBC1"/>
                </a:solidFill>
                <a:latin typeface="Arial"/>
                <a:ea typeface="Arial"/>
                <a:cs typeface="Arial"/>
              </a:defRPr>
            </a:lvl4pPr>
            <a:lvl5pPr algn="l">
              <a:defRPr sz="1425" b="0">
                <a:solidFill>
                  <a:srgbClr val="B9BBC1"/>
                </a:solidFill>
                <a:latin typeface="Arial"/>
                <a:ea typeface="Arial"/>
                <a:cs typeface="Arial"/>
              </a:defRPr>
            </a:lvl5pPr>
            <a:lvl6pPr algn="l">
              <a:defRPr sz="1425" b="0">
                <a:solidFill>
                  <a:srgbClr val="B9BBC1"/>
                </a:solidFill>
                <a:latin typeface="Arial"/>
                <a:ea typeface="Arial"/>
                <a:cs typeface="Arial"/>
              </a:defRPr>
            </a:lvl6pPr>
            <a:lvl7pPr algn="l">
              <a:defRPr sz="1425" b="0">
                <a:solidFill>
                  <a:srgbClr val="B9BBC1"/>
                </a:solidFill>
                <a:latin typeface="Arial"/>
                <a:ea typeface="Arial"/>
                <a:cs typeface="Arial"/>
              </a:defRPr>
            </a:lvl7pPr>
            <a:lvl8pPr algn="l">
              <a:defRPr sz="1425" b="0">
                <a:solidFill>
                  <a:srgbClr val="B9BBC1"/>
                </a:solidFill>
                <a:latin typeface="Arial"/>
                <a:ea typeface="Arial"/>
                <a:cs typeface="Arial"/>
              </a:defRPr>
            </a:lvl8pPr>
            <a:lvl9pPr algn="l">
              <a:defRPr sz="1425" b="0">
                <a:solidFill>
                  <a:srgbClr val="B9BBC1"/>
                </a:solidFill>
                <a:latin typeface="Arial"/>
                <a:ea typeface="Arial"/>
                <a:cs typeface="Arial"/>
              </a:defRPr>
            </a:lvl9pPr>
          </a:lstStyle>
          <a:p xmlns:a="http://schemas.openxmlformats.org/drawingml/2006/main">
            <a:pPr algn="l">
              <a:defRPr sz="1425" b="0">
                <a:solidFill>
                  <a:srgbClr val="B9BBC1"/>
                </a:solidFill>
                <a:latin typeface="Arial"/>
                <a:ea typeface="Arial"/>
                <a:cs typeface="Arial"/>
              </a:defRPr>
            </a:pPr>
            <a:r>
              <a:rPr sz="1425" b="0">
                <a:solidFill>
                  <a:srgbClr val="B9BBC1"/>
                </a:solidFill>
                <a:latin typeface="Arial"/>
                <a:ea typeface="Arial"/>
                <a:cs typeface="Arial"/>
              </a:rPr>
              <a:t>A coordinator must compare calls, medicines and readings while supporting many households.</a:t>
            </a:r>
          </a:p>
        </p:txBody>
      </p:sp>
      <p:sp>
        <p:nvSpPr>
          <p:cNvPr id="4" name="shape-36">
            <a:extLst xmlns:a="http://schemas.openxmlformats.org/drawingml/2006/main">
              <a:ext uri="{FF2B5EF4-FFF2-40B4-BE49-F238E27FC236}">
                <a16:creationId xmlns:a16="http://schemas.microsoft.com/office/drawing/2014/main" id="{571DB8E2-6D9E-4097-85D8-37005C7A8DDA}"/>
              </a:ext>
            </a:extLst>
          </p:cNvPr>
          <p:cNvSpPr>
            <a:spLocks xmlns:a="http://schemas.openxmlformats.org/drawingml/2006/main" noGrp="1"/>
          </p:cNvSpPr>
          <p:nvPr/>
        </p:nvSpPr>
        <p:spPr>
          <a:xfrm xmlns:a="http://schemas.openxmlformats.org/drawingml/2006/main">
            <a:off x="685800" y="15430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5" name="shape-37">
            <a:extLst xmlns:a="http://schemas.openxmlformats.org/drawingml/2006/main">
              <a:ext uri="{FF2B5EF4-FFF2-40B4-BE49-F238E27FC236}">
                <a16:creationId xmlns:a16="http://schemas.microsoft.com/office/drawing/2014/main" id="{3F7231CE-BDD8-49CD-9732-ADFCDBF51C5F}"/>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6" name="shape-38">
            <a:extLst xmlns:a="http://schemas.openxmlformats.org/drawingml/2006/main">
              <a:ext uri="{FF2B5EF4-FFF2-40B4-BE49-F238E27FC236}">
                <a16:creationId xmlns:a16="http://schemas.microsoft.com/office/drawing/2014/main" id="{13360762-BD02-464E-93DB-162122D8D75D}"/>
              </a:ext>
            </a:extLst>
          </p:cNvPr>
          <p:cNvSpPr>
            <a:spLocks xmlns:a="http://schemas.openxmlformats.org/drawingml/2006/main" noGrp="1"/>
          </p:cNvSpPr>
          <p:nvPr/>
        </p:nvSpPr>
        <p:spPr>
          <a:xfrm xmlns:a="http://schemas.openxmlformats.org/drawingml/2006/main">
            <a:off x="685800" y="6562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58A93"/>
                </a:solidFill>
                <a:latin typeface="Arial"/>
                <a:ea typeface="Arial"/>
                <a:cs typeface="Arial"/>
              </a:defRPr>
            </a:defPPr>
            <a:lvl1pPr algn="l">
              <a:defRPr sz="975" b="1">
                <a:solidFill>
                  <a:srgbClr val="858A93"/>
                </a:solidFill>
                <a:latin typeface="Arial"/>
                <a:ea typeface="Arial"/>
                <a:cs typeface="Arial"/>
              </a:defRPr>
            </a:lvl1pPr>
            <a:lvl2pPr algn="l">
              <a:defRPr sz="975" b="1">
                <a:solidFill>
                  <a:srgbClr val="858A93"/>
                </a:solidFill>
                <a:latin typeface="Arial"/>
                <a:ea typeface="Arial"/>
                <a:cs typeface="Arial"/>
              </a:defRPr>
            </a:lvl2pPr>
            <a:lvl3pPr algn="l">
              <a:defRPr sz="975" b="1">
                <a:solidFill>
                  <a:srgbClr val="858A93"/>
                </a:solidFill>
                <a:latin typeface="Arial"/>
                <a:ea typeface="Arial"/>
                <a:cs typeface="Arial"/>
              </a:defRPr>
            </a:lvl3pPr>
            <a:lvl4pPr algn="l">
              <a:defRPr sz="975" b="1">
                <a:solidFill>
                  <a:srgbClr val="858A93"/>
                </a:solidFill>
                <a:latin typeface="Arial"/>
                <a:ea typeface="Arial"/>
                <a:cs typeface="Arial"/>
              </a:defRPr>
            </a:lvl4pPr>
            <a:lvl5pPr algn="l">
              <a:defRPr sz="975" b="1">
                <a:solidFill>
                  <a:srgbClr val="858A93"/>
                </a:solidFill>
                <a:latin typeface="Arial"/>
                <a:ea typeface="Arial"/>
                <a:cs typeface="Arial"/>
              </a:defRPr>
            </a:lvl5pPr>
            <a:lvl6pPr algn="l">
              <a:defRPr sz="975" b="1">
                <a:solidFill>
                  <a:srgbClr val="858A93"/>
                </a:solidFill>
                <a:latin typeface="Arial"/>
                <a:ea typeface="Arial"/>
                <a:cs typeface="Arial"/>
              </a:defRPr>
            </a:lvl6pPr>
            <a:lvl7pPr algn="l">
              <a:defRPr sz="975" b="1">
                <a:solidFill>
                  <a:srgbClr val="858A93"/>
                </a:solidFill>
                <a:latin typeface="Arial"/>
                <a:ea typeface="Arial"/>
                <a:cs typeface="Arial"/>
              </a:defRPr>
            </a:lvl7pPr>
            <a:lvl8pPr algn="l">
              <a:defRPr sz="975" b="1">
                <a:solidFill>
                  <a:srgbClr val="858A93"/>
                </a:solidFill>
                <a:latin typeface="Arial"/>
                <a:ea typeface="Arial"/>
                <a:cs typeface="Arial"/>
              </a:defRPr>
            </a:lvl8pPr>
            <a:lvl9pPr algn="l">
              <a:defRPr sz="975" b="1">
                <a:solidFill>
                  <a:srgbClr val="858A93"/>
                </a:solidFill>
                <a:latin typeface="Arial"/>
                <a:ea typeface="Arial"/>
                <a:cs typeface="Arial"/>
              </a:defRPr>
            </a:lvl9pPr>
          </a:lstStyle>
          <a:p xmlns:a="http://schemas.openxmlformats.org/drawingml/2006/main">
            <a:pPr algn="l">
              <a:defRPr sz="975" b="1">
                <a:solidFill>
                  <a:srgbClr val="858A93"/>
                </a:solidFill>
                <a:latin typeface="Arial"/>
                <a:ea typeface="Arial"/>
                <a:cs typeface="Arial"/>
              </a:defRPr>
            </a:pPr>
            <a:r>
              <a:rPr sz="975" b="1">
                <a:solidFill>
                  <a:srgbClr val="858A93"/>
                </a:solidFill>
                <a:latin typeface="Arial"/>
                <a:ea typeface="Arial"/>
                <a:cs typeface="Arial"/>
              </a:rPr>
              <a:t>CODEBURNER  ·  DEVS09</a:t>
            </a:r>
          </a:p>
        </p:txBody>
      </p:sp>
      <p:sp>
        <p:nvSpPr>
          <p:cNvPr id="7" name="shape-39">
            <a:extLst xmlns:a="http://schemas.openxmlformats.org/drawingml/2006/main">
              <a:ext uri="{FF2B5EF4-FFF2-40B4-BE49-F238E27FC236}">
                <a16:creationId xmlns:a16="http://schemas.microsoft.com/office/drawing/2014/main" id="{A285C008-9E1C-468B-A8CC-287707179316}"/>
              </a:ext>
            </a:extLst>
          </p:cNvPr>
          <p:cNvSpPr>
            <a:spLocks xmlns:a="http://schemas.openxmlformats.org/drawingml/2006/main" noGrp="1"/>
          </p:cNvSpPr>
          <p:nvPr/>
        </p:nvSpPr>
        <p:spPr>
          <a:xfrm xmlns:a="http://schemas.openxmlformats.org/drawingml/2006/main">
            <a:off x="106680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02  /  07</a:t>
            </a:r>
          </a:p>
        </p:txBody>
      </p:sp>
      <p:sp>
        <p:nvSpPr>
          <p:cNvPr id="8" name="shape-40">
            <a:extLst xmlns:a="http://schemas.openxmlformats.org/drawingml/2006/main">
              <a:ext uri="{FF2B5EF4-FFF2-40B4-BE49-F238E27FC236}">
                <a16:creationId xmlns:a16="http://schemas.microsoft.com/office/drawing/2014/main" id="{2C4BDB59-7DB8-4C87-8896-D8F713424399}"/>
              </a:ext>
            </a:extLst>
          </p:cNvPr>
          <p:cNvSpPr>
            <a:spLocks xmlns:a="http://schemas.openxmlformats.org/drawingml/2006/main" noGrp="1"/>
          </p:cNvSpPr>
          <p:nvPr/>
        </p:nvSpPr>
        <p:spPr>
          <a:xfrm xmlns:a="http://schemas.openxmlformats.org/drawingml/2006/main">
            <a:off x="685800" y="17526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WHO THE SYSTEM SERVES</a:t>
            </a:r>
          </a:p>
        </p:txBody>
      </p:sp>
      <p:sp>
        <p:nvSpPr>
          <p:cNvPr id="9" name="shape-41">
            <a:extLst xmlns:a="http://schemas.openxmlformats.org/drawingml/2006/main">
              <a:ext uri="{FF2B5EF4-FFF2-40B4-BE49-F238E27FC236}">
                <a16:creationId xmlns:a16="http://schemas.microsoft.com/office/drawing/2014/main" id="{40DCB912-2316-4178-9EC9-8FE1FD7985AD}"/>
              </a:ext>
            </a:extLst>
          </p:cNvPr>
          <p:cNvSpPr>
            <a:spLocks xmlns:a="http://schemas.openxmlformats.org/drawingml/2006/main" noGrp="1"/>
          </p:cNvSpPr>
          <p:nvPr/>
        </p:nvSpPr>
        <p:spPr>
          <a:xfrm xmlns:a="http://schemas.openxmlformats.org/drawingml/2006/main">
            <a:off x="685800" y="2095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CARE COORDINATOR</a:t>
            </a:r>
          </a:p>
        </p:txBody>
      </p:sp>
      <p:sp>
        <p:nvSpPr>
          <p:cNvPr id="10" name="shape-42">
            <a:extLst xmlns:a="http://schemas.openxmlformats.org/drawingml/2006/main">
              <a:ext uri="{FF2B5EF4-FFF2-40B4-BE49-F238E27FC236}">
                <a16:creationId xmlns:a16="http://schemas.microsoft.com/office/drawing/2014/main" id="{AAB5EE02-739C-438E-A259-B3356141A4A1}"/>
              </a:ext>
            </a:extLst>
          </p:cNvPr>
          <p:cNvSpPr>
            <a:spLocks xmlns:a="http://schemas.openxmlformats.org/drawingml/2006/main" noGrp="1"/>
          </p:cNvSpPr>
          <p:nvPr/>
        </p:nvSpPr>
        <p:spPr>
          <a:xfrm xmlns:a="http://schemas.openxmlformats.org/drawingml/2006/main">
            <a:off x="685800" y="2333625"/>
            <a:ext cx="4686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Needs an urgency-ranked list, dated reasons and a clear next action.</a:t>
            </a:r>
          </a:p>
        </p:txBody>
      </p:sp>
      <p:sp>
        <p:nvSpPr>
          <p:cNvPr id="11" name="shape-43">
            <a:extLst xmlns:a="http://schemas.openxmlformats.org/drawingml/2006/main">
              <a:ext uri="{FF2B5EF4-FFF2-40B4-BE49-F238E27FC236}">
                <a16:creationId xmlns:a16="http://schemas.microsoft.com/office/drawing/2014/main" id="{93A9C756-89CA-4CC3-B327-49A98F6B92DB}"/>
              </a:ext>
            </a:extLst>
          </p:cNvPr>
          <p:cNvSpPr>
            <a:spLocks xmlns:a="http://schemas.openxmlformats.org/drawingml/2006/main" noGrp="1"/>
          </p:cNvSpPr>
          <p:nvPr/>
        </p:nvSpPr>
        <p:spPr>
          <a:xfrm xmlns:a="http://schemas.openxmlformats.org/drawingml/2006/main">
            <a:off x="685800" y="2724150"/>
            <a:ext cx="46863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12" name="shape-44">
            <a:extLst xmlns:a="http://schemas.openxmlformats.org/drawingml/2006/main">
              <a:ext uri="{FF2B5EF4-FFF2-40B4-BE49-F238E27FC236}">
                <a16:creationId xmlns:a16="http://schemas.microsoft.com/office/drawing/2014/main" id="{12D8839C-3430-4829-80C8-75F14DCB29FB}"/>
              </a:ext>
            </a:extLst>
          </p:cNvPr>
          <p:cNvSpPr>
            <a:spLocks xmlns:a="http://schemas.openxmlformats.org/drawingml/2006/main" noGrp="1"/>
          </p:cNvSpPr>
          <p:nvPr/>
        </p:nvSpPr>
        <p:spPr>
          <a:xfrm xmlns:a="http://schemas.openxmlformats.org/drawingml/2006/main">
            <a:off x="685800" y="28098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SENIOR</a:t>
            </a:r>
          </a:p>
        </p:txBody>
      </p:sp>
      <p:sp>
        <p:nvSpPr>
          <p:cNvPr id="13" name="shape-45">
            <a:extLst xmlns:a="http://schemas.openxmlformats.org/drawingml/2006/main">
              <a:ext uri="{FF2B5EF4-FFF2-40B4-BE49-F238E27FC236}">
                <a16:creationId xmlns:a16="http://schemas.microsoft.com/office/drawing/2014/main" id="{AD9DE03F-0A7A-4B8A-8F67-79DDB3F3AC5F}"/>
              </a:ext>
            </a:extLst>
          </p:cNvPr>
          <p:cNvSpPr>
            <a:spLocks xmlns:a="http://schemas.openxmlformats.org/drawingml/2006/main" noGrp="1"/>
          </p:cNvSpPr>
          <p:nvPr/>
        </p:nvSpPr>
        <p:spPr>
          <a:xfrm xmlns:a="http://schemas.openxmlformats.org/drawingml/2006/main">
            <a:off x="685800" y="3048000"/>
            <a:ext cx="4686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Needs an ordinary-call or voice-first way to check in, in Hindi or English.</a:t>
            </a:r>
          </a:p>
        </p:txBody>
      </p:sp>
      <p:sp>
        <p:nvSpPr>
          <p:cNvPr id="14" name="shape-46">
            <a:extLst xmlns:a="http://schemas.openxmlformats.org/drawingml/2006/main">
              <a:ext uri="{FF2B5EF4-FFF2-40B4-BE49-F238E27FC236}">
                <a16:creationId xmlns:a16="http://schemas.microsoft.com/office/drawing/2014/main" id="{53F90BB6-FD31-44D4-92EF-4B3F0384D215}"/>
              </a:ext>
            </a:extLst>
          </p:cNvPr>
          <p:cNvSpPr>
            <a:spLocks xmlns:a="http://schemas.openxmlformats.org/drawingml/2006/main" noGrp="1"/>
          </p:cNvSpPr>
          <p:nvPr/>
        </p:nvSpPr>
        <p:spPr>
          <a:xfrm xmlns:a="http://schemas.openxmlformats.org/drawingml/2006/main">
            <a:off x="685800" y="3438525"/>
            <a:ext cx="46863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15" name="shape-47">
            <a:extLst xmlns:a="http://schemas.openxmlformats.org/drawingml/2006/main">
              <a:ext uri="{FF2B5EF4-FFF2-40B4-BE49-F238E27FC236}">
                <a16:creationId xmlns:a16="http://schemas.microsoft.com/office/drawing/2014/main" id="{49CB2479-5BF3-441A-9567-5CAA82CDF06F}"/>
              </a:ext>
            </a:extLst>
          </p:cNvPr>
          <p:cNvSpPr>
            <a:spLocks xmlns:a="http://schemas.openxmlformats.org/drawingml/2006/main" noGrp="1"/>
          </p:cNvSpPr>
          <p:nvPr/>
        </p:nvSpPr>
        <p:spPr>
          <a:xfrm xmlns:a="http://schemas.openxmlformats.org/drawingml/2006/main">
            <a:off x="685800" y="3524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FAMILY MEMBER</a:t>
            </a:r>
          </a:p>
        </p:txBody>
      </p:sp>
      <p:sp>
        <p:nvSpPr>
          <p:cNvPr id="16" name="shape-48">
            <a:extLst xmlns:a="http://schemas.openxmlformats.org/drawingml/2006/main">
              <a:ext uri="{FF2B5EF4-FFF2-40B4-BE49-F238E27FC236}">
                <a16:creationId xmlns:a16="http://schemas.microsoft.com/office/drawing/2014/main" id="{DBD53A7B-37A2-45E0-85D8-AE483A1FCDD2}"/>
              </a:ext>
            </a:extLst>
          </p:cNvPr>
          <p:cNvSpPr>
            <a:spLocks xmlns:a="http://schemas.openxmlformats.org/drawingml/2006/main" noGrp="1"/>
          </p:cNvSpPr>
          <p:nvPr/>
        </p:nvSpPr>
        <p:spPr>
          <a:xfrm xmlns:a="http://schemas.openxmlformats.org/drawingml/2006/main">
            <a:off x="685800" y="3762375"/>
            <a:ext cx="4686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Needs consented updates about linked seniors and serious changes.</a:t>
            </a:r>
          </a:p>
        </p:txBody>
      </p:sp>
      <p:sp>
        <p:nvSpPr>
          <p:cNvPr id="17" name="shape-49">
            <a:extLst xmlns:a="http://schemas.openxmlformats.org/drawingml/2006/main">
              <a:ext uri="{FF2B5EF4-FFF2-40B4-BE49-F238E27FC236}">
                <a16:creationId xmlns:a16="http://schemas.microsoft.com/office/drawing/2014/main" id="{B7BFA7AD-6EBC-4E22-AC84-637E503D58C8}"/>
              </a:ext>
            </a:extLst>
          </p:cNvPr>
          <p:cNvSpPr>
            <a:spLocks xmlns:a="http://schemas.openxmlformats.org/drawingml/2006/main" noGrp="1"/>
          </p:cNvSpPr>
          <p:nvPr/>
        </p:nvSpPr>
        <p:spPr>
          <a:xfrm xmlns:a="http://schemas.openxmlformats.org/drawingml/2006/main">
            <a:off x="685800" y="4152900"/>
            <a:ext cx="46863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18" name="shape-50">
            <a:extLst xmlns:a="http://schemas.openxmlformats.org/drawingml/2006/main">
              <a:ext uri="{FF2B5EF4-FFF2-40B4-BE49-F238E27FC236}">
                <a16:creationId xmlns:a16="http://schemas.microsoft.com/office/drawing/2014/main" id="{C748FD77-5E57-4B97-B653-009B4C901DCB}"/>
              </a:ext>
            </a:extLst>
          </p:cNvPr>
          <p:cNvSpPr>
            <a:spLocks xmlns:a="http://schemas.openxmlformats.org/drawingml/2006/main" noGrp="1"/>
          </p:cNvSpPr>
          <p:nvPr/>
        </p:nvSpPr>
        <p:spPr>
          <a:xfrm xmlns:a="http://schemas.openxmlformats.org/drawingml/2006/main">
            <a:off x="685800" y="423862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OPERATIONS MANAGER</a:t>
            </a:r>
          </a:p>
        </p:txBody>
      </p:sp>
      <p:sp>
        <p:nvSpPr>
          <p:cNvPr id="19" name="shape-51">
            <a:extLst xmlns:a="http://schemas.openxmlformats.org/drawingml/2006/main">
              <a:ext uri="{FF2B5EF4-FFF2-40B4-BE49-F238E27FC236}">
                <a16:creationId xmlns:a16="http://schemas.microsoft.com/office/drawing/2014/main" id="{7EBABEA4-7F10-41C2-892D-3ED6D21F071B}"/>
              </a:ext>
            </a:extLst>
          </p:cNvPr>
          <p:cNvSpPr>
            <a:spLocks xmlns:a="http://schemas.openxmlformats.org/drawingml/2006/main" noGrp="1"/>
          </p:cNvSpPr>
          <p:nvPr/>
        </p:nvSpPr>
        <p:spPr>
          <a:xfrm xmlns:a="http://schemas.openxmlformats.org/drawingml/2006/main">
            <a:off x="685800" y="4476750"/>
            <a:ext cx="4686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Needs oversight of assignments, response times and outcomes.</a:t>
            </a:r>
          </a:p>
        </p:txBody>
      </p:sp>
      <p:sp>
        <p:nvSpPr>
          <p:cNvPr id="20" name="shape-52">
            <a:extLst xmlns:a="http://schemas.openxmlformats.org/drawingml/2006/main">
              <a:ext uri="{FF2B5EF4-FFF2-40B4-BE49-F238E27FC236}">
                <a16:creationId xmlns:a16="http://schemas.microsoft.com/office/drawing/2014/main" id="{66831502-DFDB-4FCB-8131-9ECB94B9F533}"/>
              </a:ext>
            </a:extLst>
          </p:cNvPr>
          <p:cNvSpPr>
            <a:spLocks xmlns:a="http://schemas.openxmlformats.org/drawingml/2006/main" noGrp="1"/>
          </p:cNvSpPr>
          <p:nvPr/>
        </p:nvSpPr>
        <p:spPr>
          <a:xfrm xmlns:a="http://schemas.openxmlformats.org/drawingml/2006/main">
            <a:off x="5791200" y="1752600"/>
            <a:ext cx="19050" cy="3124200"/>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1" name="shape-53">
            <a:extLst xmlns:a="http://schemas.openxmlformats.org/drawingml/2006/main">
              <a:ext uri="{FF2B5EF4-FFF2-40B4-BE49-F238E27FC236}">
                <a16:creationId xmlns:a16="http://schemas.microsoft.com/office/drawing/2014/main" id="{683106D1-30A8-4F9F-9B5E-52B12F98E9F0}"/>
              </a:ext>
            </a:extLst>
          </p:cNvPr>
          <p:cNvSpPr>
            <a:spLocks xmlns:a="http://schemas.openxmlformats.org/drawingml/2006/main" noGrp="1"/>
          </p:cNvSpPr>
          <p:nvPr/>
        </p:nvSpPr>
        <p:spPr>
          <a:xfrm xmlns:a="http://schemas.openxmlformats.org/drawingml/2006/main">
            <a:off x="6172200" y="1752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EXISTING CARE CONTEXT</a:t>
            </a:r>
          </a:p>
        </p:txBody>
      </p:sp>
      <p:sp>
        <p:nvSpPr>
          <p:cNvPr id="22" name="shape-54">
            <a:extLst xmlns:a="http://schemas.openxmlformats.org/drawingml/2006/main">
              <a:ext uri="{FF2B5EF4-FFF2-40B4-BE49-F238E27FC236}">
                <a16:creationId xmlns:a16="http://schemas.microsoft.com/office/drawing/2014/main" id="{41C6B317-EACC-4A64-8B32-F0AA5B2CBE3D}"/>
              </a:ext>
            </a:extLst>
          </p:cNvPr>
          <p:cNvSpPr>
            <a:spLocks xmlns:a="http://schemas.openxmlformats.org/drawingml/2006/main" noGrp="1"/>
          </p:cNvSpPr>
          <p:nvPr/>
        </p:nvSpPr>
        <p:spPr>
          <a:xfrm xmlns:a="http://schemas.openxmlformats.org/drawingml/2006/main">
            <a:off x="6172200" y="2114550"/>
            <a:ext cx="514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5F2F0"/>
                </a:solidFill>
                <a:latin typeface="Arial"/>
                <a:ea typeface="Arial"/>
                <a:cs typeface="Arial"/>
              </a:defRPr>
            </a:defPPr>
            <a:lvl1pPr algn="l">
              <a:defRPr sz="1575" b="1">
                <a:solidFill>
                  <a:srgbClr val="F5F2F0"/>
                </a:solidFill>
                <a:latin typeface="Arial"/>
                <a:ea typeface="Arial"/>
                <a:cs typeface="Arial"/>
              </a:defRPr>
            </a:lvl1pPr>
            <a:lvl2pPr algn="l">
              <a:defRPr sz="1575" b="1">
                <a:solidFill>
                  <a:srgbClr val="F5F2F0"/>
                </a:solidFill>
                <a:latin typeface="Arial"/>
                <a:ea typeface="Arial"/>
                <a:cs typeface="Arial"/>
              </a:defRPr>
            </a:lvl2pPr>
            <a:lvl3pPr algn="l">
              <a:defRPr sz="1575" b="1">
                <a:solidFill>
                  <a:srgbClr val="F5F2F0"/>
                </a:solidFill>
                <a:latin typeface="Arial"/>
                <a:ea typeface="Arial"/>
                <a:cs typeface="Arial"/>
              </a:defRPr>
            </a:lvl3pPr>
            <a:lvl4pPr algn="l">
              <a:defRPr sz="1575" b="1">
                <a:solidFill>
                  <a:srgbClr val="F5F2F0"/>
                </a:solidFill>
                <a:latin typeface="Arial"/>
                <a:ea typeface="Arial"/>
                <a:cs typeface="Arial"/>
              </a:defRPr>
            </a:lvl4pPr>
            <a:lvl5pPr algn="l">
              <a:defRPr sz="1575" b="1">
                <a:solidFill>
                  <a:srgbClr val="F5F2F0"/>
                </a:solidFill>
                <a:latin typeface="Arial"/>
                <a:ea typeface="Arial"/>
                <a:cs typeface="Arial"/>
              </a:defRPr>
            </a:lvl5pPr>
            <a:lvl6pPr algn="l">
              <a:defRPr sz="1575" b="1">
                <a:solidFill>
                  <a:srgbClr val="F5F2F0"/>
                </a:solidFill>
                <a:latin typeface="Arial"/>
                <a:ea typeface="Arial"/>
                <a:cs typeface="Arial"/>
              </a:defRPr>
            </a:lvl6pPr>
            <a:lvl7pPr algn="l">
              <a:defRPr sz="1575" b="1">
                <a:solidFill>
                  <a:srgbClr val="F5F2F0"/>
                </a:solidFill>
                <a:latin typeface="Arial"/>
                <a:ea typeface="Arial"/>
                <a:cs typeface="Arial"/>
              </a:defRPr>
            </a:lvl7pPr>
            <a:lvl8pPr algn="l">
              <a:defRPr sz="1575" b="1">
                <a:solidFill>
                  <a:srgbClr val="F5F2F0"/>
                </a:solidFill>
                <a:latin typeface="Arial"/>
                <a:ea typeface="Arial"/>
                <a:cs typeface="Arial"/>
              </a:defRPr>
            </a:lvl8pPr>
            <a:lvl9pPr algn="l">
              <a:defRPr sz="1575" b="1">
                <a:solidFill>
                  <a:srgbClr val="F5F2F0"/>
                </a:solidFill>
                <a:latin typeface="Arial"/>
                <a:ea typeface="Arial"/>
                <a:cs typeface="Arial"/>
              </a:defRPr>
            </a:lvl9pPr>
          </a:lstStyle>
          <a:p xmlns:a="http://schemas.openxmlformats.org/drawingml/2006/main">
            <a:pPr algn="l">
              <a:defRPr sz="1575" b="1">
                <a:solidFill>
                  <a:srgbClr val="F5F2F0"/>
                </a:solidFill>
                <a:latin typeface="Arial"/>
                <a:ea typeface="Arial"/>
                <a:cs typeface="Arial"/>
              </a:defRPr>
            </a:pPr>
            <a:r>
              <a:rPr sz="1575" b="1">
                <a:solidFill>
                  <a:srgbClr val="F5F2F0"/>
                </a:solidFill>
                <a:latin typeface="Arial"/>
                <a:ea typeface="Arial"/>
                <a:cs typeface="Arial"/>
              </a:rPr>
              <a:t>Samarth describes a broad home-care service with care teams, family support, emergency response and technology.</a:t>
            </a:r>
          </a:p>
        </p:txBody>
      </p:sp>
      <p:sp>
        <p:nvSpPr>
          <p:cNvPr id="23" name="shape-55">
            <a:extLst xmlns:a="http://schemas.openxmlformats.org/drawingml/2006/main">
              <a:ext uri="{FF2B5EF4-FFF2-40B4-BE49-F238E27FC236}">
                <a16:creationId xmlns:a16="http://schemas.microsoft.com/office/drawing/2014/main" id="{3BDF2C4E-3E4D-4B2C-9FA9-56D76296E3D4}"/>
              </a:ext>
            </a:extLst>
          </p:cNvPr>
          <p:cNvSpPr>
            <a:spLocks xmlns:a="http://schemas.openxmlformats.org/drawingml/2006/main" noGrp="1"/>
          </p:cNvSpPr>
          <p:nvPr/>
        </p:nvSpPr>
        <p:spPr>
          <a:xfrm xmlns:a="http://schemas.openxmlformats.org/drawingml/2006/main">
            <a:off x="6172200" y="3009900"/>
            <a:ext cx="510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9BBC1"/>
                </a:solidFill>
                <a:latin typeface="Arial"/>
                <a:ea typeface="Arial"/>
                <a:cs typeface="Arial"/>
              </a:defRPr>
            </a:defPPr>
            <a:lvl1pPr algn="l">
              <a:defRPr sz="1350" b="0">
                <a:solidFill>
                  <a:srgbClr val="B9BBC1"/>
                </a:solidFill>
                <a:latin typeface="Arial"/>
                <a:ea typeface="Arial"/>
                <a:cs typeface="Arial"/>
              </a:defRPr>
            </a:lvl1pPr>
            <a:lvl2pPr algn="l">
              <a:defRPr sz="1350" b="0">
                <a:solidFill>
                  <a:srgbClr val="B9BBC1"/>
                </a:solidFill>
                <a:latin typeface="Arial"/>
                <a:ea typeface="Arial"/>
                <a:cs typeface="Arial"/>
              </a:defRPr>
            </a:lvl2pPr>
            <a:lvl3pPr algn="l">
              <a:defRPr sz="1350" b="0">
                <a:solidFill>
                  <a:srgbClr val="B9BBC1"/>
                </a:solidFill>
                <a:latin typeface="Arial"/>
                <a:ea typeface="Arial"/>
                <a:cs typeface="Arial"/>
              </a:defRPr>
            </a:lvl3pPr>
            <a:lvl4pPr algn="l">
              <a:defRPr sz="1350" b="0">
                <a:solidFill>
                  <a:srgbClr val="B9BBC1"/>
                </a:solidFill>
                <a:latin typeface="Arial"/>
                <a:ea typeface="Arial"/>
                <a:cs typeface="Arial"/>
              </a:defRPr>
            </a:lvl4pPr>
            <a:lvl5pPr algn="l">
              <a:defRPr sz="1350" b="0">
                <a:solidFill>
                  <a:srgbClr val="B9BBC1"/>
                </a:solidFill>
                <a:latin typeface="Arial"/>
                <a:ea typeface="Arial"/>
                <a:cs typeface="Arial"/>
              </a:defRPr>
            </a:lvl5pPr>
            <a:lvl6pPr algn="l">
              <a:defRPr sz="1350" b="0">
                <a:solidFill>
                  <a:srgbClr val="B9BBC1"/>
                </a:solidFill>
                <a:latin typeface="Arial"/>
                <a:ea typeface="Arial"/>
                <a:cs typeface="Arial"/>
              </a:defRPr>
            </a:lvl6pPr>
            <a:lvl7pPr algn="l">
              <a:defRPr sz="1350" b="0">
                <a:solidFill>
                  <a:srgbClr val="B9BBC1"/>
                </a:solidFill>
                <a:latin typeface="Arial"/>
                <a:ea typeface="Arial"/>
                <a:cs typeface="Arial"/>
              </a:defRPr>
            </a:lvl7pPr>
            <a:lvl8pPr algn="l">
              <a:defRPr sz="1350" b="0">
                <a:solidFill>
                  <a:srgbClr val="B9BBC1"/>
                </a:solidFill>
                <a:latin typeface="Arial"/>
                <a:ea typeface="Arial"/>
                <a:cs typeface="Arial"/>
              </a:defRPr>
            </a:lvl8pPr>
            <a:lvl9pPr algn="l">
              <a:defRPr sz="1350" b="0">
                <a:solidFill>
                  <a:srgbClr val="B9BBC1"/>
                </a:solidFill>
                <a:latin typeface="Arial"/>
                <a:ea typeface="Arial"/>
                <a:cs typeface="Arial"/>
              </a:defRPr>
            </a:lvl9pPr>
          </a:lstStyle>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This project complements that service. It focuses on a specific coordination gap: making changes across dated signals easier to compare and follow up.</a:t>
            </a:r>
          </a:p>
        </p:txBody>
      </p:sp>
      <p:sp>
        <p:nvSpPr>
          <p:cNvPr id="24" name="shape-56">
            <a:extLst xmlns:a="http://schemas.openxmlformats.org/drawingml/2006/main">
              <a:ext uri="{FF2B5EF4-FFF2-40B4-BE49-F238E27FC236}">
                <a16:creationId xmlns:a16="http://schemas.microsoft.com/office/drawing/2014/main" id="{BA49084F-23D7-44E8-90A8-47B27CAB451C}"/>
              </a:ext>
            </a:extLst>
          </p:cNvPr>
          <p:cNvSpPr>
            <a:spLocks xmlns:a="http://schemas.openxmlformats.org/drawingml/2006/main" noGrp="1"/>
          </p:cNvSpPr>
          <p:nvPr/>
        </p:nvSpPr>
        <p:spPr>
          <a:xfrm xmlns:a="http://schemas.openxmlformats.org/drawingml/2006/main">
            <a:off x="6172200" y="39528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THE GAP THIS PROJECT ADDRESSES</a:t>
            </a:r>
          </a:p>
        </p:txBody>
      </p:sp>
      <p:sp>
        <p:nvSpPr>
          <p:cNvPr id="25" name="shape-57">
            <a:extLst xmlns:a="http://schemas.openxmlformats.org/drawingml/2006/main">
              <a:ext uri="{FF2B5EF4-FFF2-40B4-BE49-F238E27FC236}">
                <a16:creationId xmlns:a16="http://schemas.microsoft.com/office/drawing/2014/main" id="{1727C3A3-8959-4BF7-9D3E-82FCC8C18A38}"/>
              </a:ext>
            </a:extLst>
          </p:cNvPr>
          <p:cNvSpPr>
            <a:spLocks xmlns:a="http://schemas.openxmlformats.org/drawingml/2006/main" noGrp="1"/>
          </p:cNvSpPr>
          <p:nvPr/>
        </p:nvSpPr>
        <p:spPr>
          <a:xfrm xmlns:a="http://schemas.openxmlformats.org/drawingml/2006/main">
            <a:off x="6172200" y="425767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5F2F0"/>
                </a:solidFill>
                <a:latin typeface="Arial"/>
                <a:ea typeface="Arial"/>
                <a:cs typeface="Arial"/>
              </a:defRPr>
            </a:defPPr>
            <a:lvl1pPr algn="l">
              <a:defRPr sz="1500" b="1">
                <a:solidFill>
                  <a:srgbClr val="F5F2F0"/>
                </a:solidFill>
                <a:latin typeface="Arial"/>
                <a:ea typeface="Arial"/>
                <a:cs typeface="Arial"/>
              </a:defRPr>
            </a:lvl1pPr>
            <a:lvl2pPr algn="l">
              <a:defRPr sz="1500" b="1">
                <a:solidFill>
                  <a:srgbClr val="F5F2F0"/>
                </a:solidFill>
                <a:latin typeface="Arial"/>
                <a:ea typeface="Arial"/>
                <a:cs typeface="Arial"/>
              </a:defRPr>
            </a:lvl2pPr>
            <a:lvl3pPr algn="l">
              <a:defRPr sz="1500" b="1">
                <a:solidFill>
                  <a:srgbClr val="F5F2F0"/>
                </a:solidFill>
                <a:latin typeface="Arial"/>
                <a:ea typeface="Arial"/>
                <a:cs typeface="Arial"/>
              </a:defRPr>
            </a:lvl3pPr>
            <a:lvl4pPr algn="l">
              <a:defRPr sz="1500" b="1">
                <a:solidFill>
                  <a:srgbClr val="F5F2F0"/>
                </a:solidFill>
                <a:latin typeface="Arial"/>
                <a:ea typeface="Arial"/>
                <a:cs typeface="Arial"/>
              </a:defRPr>
            </a:lvl4pPr>
            <a:lvl5pPr algn="l">
              <a:defRPr sz="1500" b="1">
                <a:solidFill>
                  <a:srgbClr val="F5F2F0"/>
                </a:solidFill>
                <a:latin typeface="Arial"/>
                <a:ea typeface="Arial"/>
                <a:cs typeface="Arial"/>
              </a:defRPr>
            </a:lvl5pPr>
            <a:lvl6pPr algn="l">
              <a:defRPr sz="1500" b="1">
                <a:solidFill>
                  <a:srgbClr val="F5F2F0"/>
                </a:solidFill>
                <a:latin typeface="Arial"/>
                <a:ea typeface="Arial"/>
                <a:cs typeface="Arial"/>
              </a:defRPr>
            </a:lvl6pPr>
            <a:lvl7pPr algn="l">
              <a:defRPr sz="1500" b="1">
                <a:solidFill>
                  <a:srgbClr val="F5F2F0"/>
                </a:solidFill>
                <a:latin typeface="Arial"/>
                <a:ea typeface="Arial"/>
                <a:cs typeface="Arial"/>
              </a:defRPr>
            </a:lvl7pPr>
            <a:lvl8pPr algn="l">
              <a:defRPr sz="1500" b="1">
                <a:solidFill>
                  <a:srgbClr val="F5F2F0"/>
                </a:solidFill>
                <a:latin typeface="Arial"/>
                <a:ea typeface="Arial"/>
                <a:cs typeface="Arial"/>
              </a:defRPr>
            </a:lvl8pPr>
            <a:lvl9pPr algn="l">
              <a:defRPr sz="1500" b="1">
                <a:solidFill>
                  <a:srgbClr val="F5F2F0"/>
                </a:solidFill>
                <a:latin typeface="Arial"/>
                <a:ea typeface="Arial"/>
                <a:cs typeface="Arial"/>
              </a:defRPr>
            </a:lvl9pPr>
          </a:lstStyle>
          <a:p xmlns:a="http://schemas.openxmlformats.org/drawingml/2006/main">
            <a:pPr algn="l">
              <a:defRPr sz="1500" b="1">
                <a:solidFill>
                  <a:srgbClr val="F5F2F0"/>
                </a:solidFill>
                <a:latin typeface="Arial"/>
                <a:ea typeface="Arial"/>
                <a:cs typeface="Arial"/>
              </a:defRPr>
            </a:pPr>
            <a:r>
              <a:rPr sz="1500" b="1">
                <a:solidFill>
                  <a:srgbClr val="F5F2F0"/>
                </a:solidFill>
                <a:latin typeface="Arial"/>
                <a:ea typeface="Arial"/>
                <a:cs typeface="Arial"/>
              </a:rPr>
              <a:t>Scattered signals  →  personal change  →  ranked reason  →  owned human action</a:t>
            </a:r>
          </a:p>
        </p:txBody>
      </p:sp>
      <p:sp>
        <p:nvSpPr>
          <p:cNvPr id="26" name="shape-58">
            <a:extLst xmlns:a="http://schemas.openxmlformats.org/drawingml/2006/main">
              <a:ext uri="{FF2B5EF4-FFF2-40B4-BE49-F238E27FC236}">
                <a16:creationId xmlns:a16="http://schemas.microsoft.com/office/drawing/2014/main" id="{CF4E4527-6562-4732-B292-455FA4C25DFE}"/>
              </a:ext>
            </a:extLst>
          </p:cNvPr>
          <p:cNvSpPr>
            <a:spLocks xmlns:a="http://schemas.openxmlformats.org/drawingml/2006/main" noGrp="1"/>
          </p:cNvSpPr>
          <p:nvPr/>
        </p:nvSpPr>
        <p:spPr>
          <a:xfrm xmlns:a="http://schemas.openxmlformats.org/drawingml/2006/main">
            <a:off x="685800" y="52006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7" name="shape-59">
            <a:extLst xmlns:a="http://schemas.openxmlformats.org/drawingml/2006/main">
              <a:ext uri="{FF2B5EF4-FFF2-40B4-BE49-F238E27FC236}">
                <a16:creationId xmlns:a16="http://schemas.microsoft.com/office/drawing/2014/main" id="{71E21B13-AB21-4F02-AAD0-911DF1BF8686}"/>
              </a:ext>
            </a:extLst>
          </p:cNvPr>
          <p:cNvSpPr>
            <a:spLocks xmlns:a="http://schemas.openxmlformats.org/drawingml/2006/main" noGrp="1"/>
          </p:cNvSpPr>
          <p:nvPr/>
        </p:nvSpPr>
        <p:spPr>
          <a:xfrm xmlns:a="http://schemas.openxmlformats.org/drawingml/2006/main">
            <a:off x="685800" y="5391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DESIGN CONSTRAINTS</a:t>
            </a:r>
          </a:p>
        </p:txBody>
      </p:sp>
      <p:sp>
        <p:nvSpPr>
          <p:cNvPr id="28" name="shape-60">
            <a:extLst xmlns:a="http://schemas.openxmlformats.org/drawingml/2006/main">
              <a:ext uri="{FF2B5EF4-FFF2-40B4-BE49-F238E27FC236}">
                <a16:creationId xmlns:a16="http://schemas.microsoft.com/office/drawing/2014/main" id="{E3427134-DB6B-4C19-9AC5-7C6EA2A3A00B}"/>
              </a:ext>
            </a:extLst>
          </p:cNvPr>
          <p:cNvSpPr>
            <a:spLocks xmlns:a="http://schemas.openxmlformats.org/drawingml/2006/main" noGrp="1"/>
          </p:cNvSpPr>
          <p:nvPr/>
        </p:nvSpPr>
        <p:spPr>
          <a:xfrm xmlns:a="http://schemas.openxmlformats.org/drawingml/2006/main">
            <a:off x="2533650" y="5381625"/>
            <a:ext cx="897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B9BBC1"/>
                </a:solidFill>
                <a:latin typeface="Arial"/>
                <a:ea typeface="Arial"/>
                <a:cs typeface="Arial"/>
              </a:defRPr>
            </a:defPPr>
            <a:lvl1pPr algn="l">
              <a:defRPr sz="1275" b="0">
                <a:solidFill>
                  <a:srgbClr val="B9BBC1"/>
                </a:solidFill>
                <a:latin typeface="Arial"/>
                <a:ea typeface="Arial"/>
                <a:cs typeface="Arial"/>
              </a:defRPr>
            </a:lvl1pPr>
            <a:lvl2pPr algn="l">
              <a:defRPr sz="1275" b="0">
                <a:solidFill>
                  <a:srgbClr val="B9BBC1"/>
                </a:solidFill>
                <a:latin typeface="Arial"/>
                <a:ea typeface="Arial"/>
                <a:cs typeface="Arial"/>
              </a:defRPr>
            </a:lvl2pPr>
            <a:lvl3pPr algn="l">
              <a:defRPr sz="1275" b="0">
                <a:solidFill>
                  <a:srgbClr val="B9BBC1"/>
                </a:solidFill>
                <a:latin typeface="Arial"/>
                <a:ea typeface="Arial"/>
                <a:cs typeface="Arial"/>
              </a:defRPr>
            </a:lvl3pPr>
            <a:lvl4pPr algn="l">
              <a:defRPr sz="1275" b="0">
                <a:solidFill>
                  <a:srgbClr val="B9BBC1"/>
                </a:solidFill>
                <a:latin typeface="Arial"/>
                <a:ea typeface="Arial"/>
                <a:cs typeface="Arial"/>
              </a:defRPr>
            </a:lvl4pPr>
            <a:lvl5pPr algn="l">
              <a:defRPr sz="1275" b="0">
                <a:solidFill>
                  <a:srgbClr val="B9BBC1"/>
                </a:solidFill>
                <a:latin typeface="Arial"/>
                <a:ea typeface="Arial"/>
                <a:cs typeface="Arial"/>
              </a:defRPr>
            </a:lvl5pPr>
            <a:lvl6pPr algn="l">
              <a:defRPr sz="1275" b="0">
                <a:solidFill>
                  <a:srgbClr val="B9BBC1"/>
                </a:solidFill>
                <a:latin typeface="Arial"/>
                <a:ea typeface="Arial"/>
                <a:cs typeface="Arial"/>
              </a:defRPr>
            </a:lvl6pPr>
            <a:lvl7pPr algn="l">
              <a:defRPr sz="1275" b="0">
                <a:solidFill>
                  <a:srgbClr val="B9BBC1"/>
                </a:solidFill>
                <a:latin typeface="Arial"/>
                <a:ea typeface="Arial"/>
                <a:cs typeface="Arial"/>
              </a:defRPr>
            </a:lvl7pPr>
            <a:lvl8pPr algn="l">
              <a:defRPr sz="1275" b="0">
                <a:solidFill>
                  <a:srgbClr val="B9BBC1"/>
                </a:solidFill>
                <a:latin typeface="Arial"/>
                <a:ea typeface="Arial"/>
                <a:cs typeface="Arial"/>
              </a:defRPr>
            </a:lvl8pPr>
            <a:lvl9pPr algn="l">
              <a:defRPr sz="1275" b="0">
                <a:solidFill>
                  <a:srgbClr val="B9BBC1"/>
                </a:solidFill>
                <a:latin typeface="Arial"/>
                <a:ea typeface="Arial"/>
                <a:cs typeface="Arial"/>
              </a:defRPr>
            </a:lvl9pPr>
          </a:lstStyle>
          <a:p xmlns:a="http://schemas.openxmlformats.org/drawingml/2006/main">
            <a:pPr algn="l">
              <a:defRPr sz="1275" b="0">
                <a:solidFill>
                  <a:srgbClr val="B9BBC1"/>
                </a:solidFill>
                <a:latin typeface="Arial"/>
                <a:ea typeface="Arial"/>
                <a:cs typeface="Arial"/>
              </a:defRPr>
            </a:pPr>
            <a:r>
              <a:rPr sz="1275" b="0">
                <a:solidFill>
                  <a:srgbClr val="B9BBC1"/>
                </a:solidFill>
                <a:latin typeface="Arial"/>
                <a:ea typeface="Arial"/>
                <a:cs typeface="Arial"/>
              </a:rPr>
              <a:t>Basic-phone access  ·  privacy and consent  ·  precise, explainable alerts  ·  modest cost  ·  no diagnosis</a:t>
            </a:r>
          </a:p>
        </p:txBody>
      </p:sp>
    </p:spTree>
    <p:extLst>
      <p:ext uri="{BB962C8B-B14F-4D97-AF65-F5344CB8AC3E}">
        <p14:creationId xmlns:p14="http://schemas.microsoft.com/office/powerpoint/2010/main" val="2073757646"/>
      </p:ext>
    </p:extLst>
  </p:cSld>
</p:sld>
</file>

<file path=ppt/slides/slide3.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45" name="shape-61">
            <a:extLst xmlns:a="http://schemas.openxmlformats.org/drawingml/2006/main">
              <a:ext uri="{FF2B5EF4-FFF2-40B4-BE49-F238E27FC236}">
                <a16:creationId xmlns:a16="http://schemas.microsoft.com/office/drawing/2014/main" id="{D4C7ABAA-4E15-45D4-9E1B-0594B30FF8D3}"/>
              </a:ext>
            </a:extLst>
          </p:cNvPr>
          <p:cNvSpPr>
            <a:spLocks xmlns:a="http://schemas.openxmlformats.org/drawingml/2006/main" noGrp="1"/>
          </p:cNvSpPr>
          <p:nvPr/>
        </p:nvSpPr>
        <p:spPr>
          <a:xfrm xmlns:a="http://schemas.openxmlformats.org/drawingml/2006/main">
            <a:off x="685800" y="3238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CARE</a:t>
            </a:r>
          </a:p>
        </p:txBody>
      </p:sp>
      <p:sp>
        <p:nvSpPr>
          <p:cNvPr id="2" name="shape-62">
            <a:extLst xmlns:a="http://schemas.openxmlformats.org/drawingml/2006/main">
              <a:ext uri="{FF2B5EF4-FFF2-40B4-BE49-F238E27FC236}">
                <a16:creationId xmlns:a16="http://schemas.microsoft.com/office/drawing/2014/main" id="{82FF7AFA-8686-49CF-9574-15C8E066D061}"/>
              </a:ext>
            </a:extLst>
          </p:cNvPr>
          <p:cNvSpPr>
            <a:spLocks xmlns:a="http://schemas.openxmlformats.org/drawingml/2006/main" noGrp="1"/>
          </p:cNvSpPr>
          <p:nvPr/>
        </p:nvSpPr>
        <p:spPr>
          <a:xfrm xmlns:a="http://schemas.openxmlformats.org/drawingml/2006/main">
            <a:off x="685800" y="62865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2F0"/>
                </a:solidFill>
                <a:latin typeface="Arial"/>
                <a:ea typeface="Arial"/>
                <a:cs typeface="Arial"/>
              </a:defRPr>
            </a:defPPr>
            <a:lvl1pPr algn="l">
              <a:defRPr sz="2850" b="1">
                <a:solidFill>
                  <a:srgbClr val="F5F2F0"/>
                </a:solidFill>
                <a:latin typeface="Arial"/>
                <a:ea typeface="Arial"/>
                <a:cs typeface="Arial"/>
              </a:defRPr>
            </a:lvl1pPr>
            <a:lvl2pPr algn="l">
              <a:defRPr sz="2850" b="1">
                <a:solidFill>
                  <a:srgbClr val="F5F2F0"/>
                </a:solidFill>
                <a:latin typeface="Arial"/>
                <a:ea typeface="Arial"/>
                <a:cs typeface="Arial"/>
              </a:defRPr>
            </a:lvl2pPr>
            <a:lvl3pPr algn="l">
              <a:defRPr sz="2850" b="1">
                <a:solidFill>
                  <a:srgbClr val="F5F2F0"/>
                </a:solidFill>
                <a:latin typeface="Arial"/>
                <a:ea typeface="Arial"/>
                <a:cs typeface="Arial"/>
              </a:defRPr>
            </a:lvl3pPr>
            <a:lvl4pPr algn="l">
              <a:defRPr sz="2850" b="1">
                <a:solidFill>
                  <a:srgbClr val="F5F2F0"/>
                </a:solidFill>
                <a:latin typeface="Arial"/>
                <a:ea typeface="Arial"/>
                <a:cs typeface="Arial"/>
              </a:defRPr>
            </a:lvl4pPr>
            <a:lvl5pPr algn="l">
              <a:defRPr sz="2850" b="1">
                <a:solidFill>
                  <a:srgbClr val="F5F2F0"/>
                </a:solidFill>
                <a:latin typeface="Arial"/>
                <a:ea typeface="Arial"/>
                <a:cs typeface="Arial"/>
              </a:defRPr>
            </a:lvl5pPr>
            <a:lvl6pPr algn="l">
              <a:defRPr sz="2850" b="1">
                <a:solidFill>
                  <a:srgbClr val="F5F2F0"/>
                </a:solidFill>
                <a:latin typeface="Arial"/>
                <a:ea typeface="Arial"/>
                <a:cs typeface="Arial"/>
              </a:defRPr>
            </a:lvl6pPr>
            <a:lvl7pPr algn="l">
              <a:defRPr sz="2850" b="1">
                <a:solidFill>
                  <a:srgbClr val="F5F2F0"/>
                </a:solidFill>
                <a:latin typeface="Arial"/>
                <a:ea typeface="Arial"/>
                <a:cs typeface="Arial"/>
              </a:defRPr>
            </a:lvl7pPr>
            <a:lvl8pPr algn="l">
              <a:defRPr sz="2850" b="1">
                <a:solidFill>
                  <a:srgbClr val="F5F2F0"/>
                </a:solidFill>
                <a:latin typeface="Arial"/>
                <a:ea typeface="Arial"/>
                <a:cs typeface="Arial"/>
              </a:defRPr>
            </a:lvl8pPr>
            <a:lvl9pPr algn="l">
              <a:defRPr sz="2850" b="1">
                <a:solidFill>
                  <a:srgbClr val="F5F2F0"/>
                </a:solidFill>
                <a:latin typeface="Arial"/>
                <a:ea typeface="Arial"/>
                <a:cs typeface="Arial"/>
              </a:defRPr>
            </a:lvl9pPr>
          </a:lstStyle>
          <a:p xmlns:a="http://schemas.openxmlformats.org/drawingml/2006/main">
            <a:pPr algn="l">
              <a:defRPr sz="2850" b="1">
                <a:solidFill>
                  <a:srgbClr val="F5F2F0"/>
                </a:solidFill>
                <a:latin typeface="Arial"/>
                <a:ea typeface="Arial"/>
                <a:cs typeface="Arial"/>
              </a:defRPr>
            </a:pPr>
            <a:r>
              <a:rPr sz="2850" b="1">
                <a:solidFill>
                  <a:srgbClr val="F5F2F0"/>
                </a:solidFill>
                <a:latin typeface="Arial"/>
                <a:ea typeface="Arial"/>
                <a:cs typeface="Arial"/>
              </a:rPr>
              <a:t>From daily signals to a recorded follow-up</a:t>
            </a:r>
          </a:p>
        </p:txBody>
      </p:sp>
      <p:sp>
        <p:nvSpPr>
          <p:cNvPr id="3" name="shape-63">
            <a:extLst xmlns:a="http://schemas.openxmlformats.org/drawingml/2006/main">
              <a:ext uri="{FF2B5EF4-FFF2-40B4-BE49-F238E27FC236}">
                <a16:creationId xmlns:a16="http://schemas.microsoft.com/office/drawing/2014/main" id="{C7F3B094-3882-45BE-BBEF-6D7FEEF3E9AF}"/>
              </a:ext>
            </a:extLst>
          </p:cNvPr>
          <p:cNvSpPr>
            <a:spLocks xmlns:a="http://schemas.openxmlformats.org/drawingml/2006/main" noGrp="1"/>
          </p:cNvSpPr>
          <p:nvPr/>
        </p:nvSpPr>
        <p:spPr>
          <a:xfrm xmlns:a="http://schemas.openxmlformats.org/drawingml/2006/main">
            <a:off x="685800" y="11430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9BBC1"/>
                </a:solidFill>
                <a:latin typeface="Arial"/>
                <a:ea typeface="Arial"/>
                <a:cs typeface="Arial"/>
              </a:defRPr>
            </a:defPPr>
            <a:lvl1pPr algn="l">
              <a:defRPr sz="1425" b="0">
                <a:solidFill>
                  <a:srgbClr val="B9BBC1"/>
                </a:solidFill>
                <a:latin typeface="Arial"/>
                <a:ea typeface="Arial"/>
                <a:cs typeface="Arial"/>
              </a:defRPr>
            </a:lvl1pPr>
            <a:lvl2pPr algn="l">
              <a:defRPr sz="1425" b="0">
                <a:solidFill>
                  <a:srgbClr val="B9BBC1"/>
                </a:solidFill>
                <a:latin typeface="Arial"/>
                <a:ea typeface="Arial"/>
                <a:cs typeface="Arial"/>
              </a:defRPr>
            </a:lvl2pPr>
            <a:lvl3pPr algn="l">
              <a:defRPr sz="1425" b="0">
                <a:solidFill>
                  <a:srgbClr val="B9BBC1"/>
                </a:solidFill>
                <a:latin typeface="Arial"/>
                <a:ea typeface="Arial"/>
                <a:cs typeface="Arial"/>
              </a:defRPr>
            </a:lvl3pPr>
            <a:lvl4pPr algn="l">
              <a:defRPr sz="1425" b="0">
                <a:solidFill>
                  <a:srgbClr val="B9BBC1"/>
                </a:solidFill>
                <a:latin typeface="Arial"/>
                <a:ea typeface="Arial"/>
                <a:cs typeface="Arial"/>
              </a:defRPr>
            </a:lvl4pPr>
            <a:lvl5pPr algn="l">
              <a:defRPr sz="1425" b="0">
                <a:solidFill>
                  <a:srgbClr val="B9BBC1"/>
                </a:solidFill>
                <a:latin typeface="Arial"/>
                <a:ea typeface="Arial"/>
                <a:cs typeface="Arial"/>
              </a:defRPr>
            </a:lvl5pPr>
            <a:lvl6pPr algn="l">
              <a:defRPr sz="1425" b="0">
                <a:solidFill>
                  <a:srgbClr val="B9BBC1"/>
                </a:solidFill>
                <a:latin typeface="Arial"/>
                <a:ea typeface="Arial"/>
                <a:cs typeface="Arial"/>
              </a:defRPr>
            </a:lvl6pPr>
            <a:lvl7pPr algn="l">
              <a:defRPr sz="1425" b="0">
                <a:solidFill>
                  <a:srgbClr val="B9BBC1"/>
                </a:solidFill>
                <a:latin typeface="Arial"/>
                <a:ea typeface="Arial"/>
                <a:cs typeface="Arial"/>
              </a:defRPr>
            </a:lvl7pPr>
            <a:lvl8pPr algn="l">
              <a:defRPr sz="1425" b="0">
                <a:solidFill>
                  <a:srgbClr val="B9BBC1"/>
                </a:solidFill>
                <a:latin typeface="Arial"/>
                <a:ea typeface="Arial"/>
                <a:cs typeface="Arial"/>
              </a:defRPr>
            </a:lvl8pPr>
            <a:lvl9pPr algn="l">
              <a:defRPr sz="1425" b="0">
                <a:solidFill>
                  <a:srgbClr val="B9BBC1"/>
                </a:solidFill>
                <a:latin typeface="Arial"/>
                <a:ea typeface="Arial"/>
                <a:cs typeface="Arial"/>
              </a:defRPr>
            </a:lvl9pPr>
          </a:lstStyle>
          <a:p xmlns:a="http://schemas.openxmlformats.org/drawingml/2006/main">
            <a:pPr algn="l">
              <a:defRPr sz="1425" b="0">
                <a:solidFill>
                  <a:srgbClr val="B9BBC1"/>
                </a:solidFill>
                <a:latin typeface="Arial"/>
                <a:ea typeface="Arial"/>
                <a:cs typeface="Arial"/>
              </a:defRPr>
            </a:pPr>
            <a:r>
              <a:rPr sz="1425" b="0">
                <a:solidFill>
                  <a:srgbClr val="B9BBC1"/>
                </a:solidFill>
                <a:latin typeface="Arial"/>
                <a:ea typeface="Arial"/>
                <a:cs typeface="Arial"/>
              </a:rPr>
              <a:t>Every flag keeps its evidence visible and routes the decision to a person.</a:t>
            </a:r>
          </a:p>
        </p:txBody>
      </p:sp>
      <p:sp>
        <p:nvSpPr>
          <p:cNvPr id="4" name="shape-64">
            <a:extLst xmlns:a="http://schemas.openxmlformats.org/drawingml/2006/main">
              <a:ext uri="{FF2B5EF4-FFF2-40B4-BE49-F238E27FC236}">
                <a16:creationId xmlns:a16="http://schemas.microsoft.com/office/drawing/2014/main" id="{94AEAF0E-B14D-49DF-887D-B5F880535935}"/>
              </a:ext>
            </a:extLst>
          </p:cNvPr>
          <p:cNvSpPr>
            <a:spLocks xmlns:a="http://schemas.openxmlformats.org/drawingml/2006/main" noGrp="1"/>
          </p:cNvSpPr>
          <p:nvPr/>
        </p:nvSpPr>
        <p:spPr>
          <a:xfrm xmlns:a="http://schemas.openxmlformats.org/drawingml/2006/main">
            <a:off x="685800" y="15430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5" name="shape-65">
            <a:extLst xmlns:a="http://schemas.openxmlformats.org/drawingml/2006/main">
              <a:ext uri="{FF2B5EF4-FFF2-40B4-BE49-F238E27FC236}">
                <a16:creationId xmlns:a16="http://schemas.microsoft.com/office/drawing/2014/main" id="{E75F871D-A125-46F6-AFD4-459066DDDE49}"/>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6" name="shape-66">
            <a:extLst xmlns:a="http://schemas.openxmlformats.org/drawingml/2006/main">
              <a:ext uri="{FF2B5EF4-FFF2-40B4-BE49-F238E27FC236}">
                <a16:creationId xmlns:a16="http://schemas.microsoft.com/office/drawing/2014/main" id="{12774E13-04E3-44F4-BB5B-9C508A7D6C37}"/>
              </a:ext>
            </a:extLst>
          </p:cNvPr>
          <p:cNvSpPr>
            <a:spLocks xmlns:a="http://schemas.openxmlformats.org/drawingml/2006/main" noGrp="1"/>
          </p:cNvSpPr>
          <p:nvPr/>
        </p:nvSpPr>
        <p:spPr>
          <a:xfrm xmlns:a="http://schemas.openxmlformats.org/drawingml/2006/main">
            <a:off x="685800" y="6562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58A93"/>
                </a:solidFill>
                <a:latin typeface="Arial"/>
                <a:ea typeface="Arial"/>
                <a:cs typeface="Arial"/>
              </a:defRPr>
            </a:defPPr>
            <a:lvl1pPr algn="l">
              <a:defRPr sz="975" b="1">
                <a:solidFill>
                  <a:srgbClr val="858A93"/>
                </a:solidFill>
                <a:latin typeface="Arial"/>
                <a:ea typeface="Arial"/>
                <a:cs typeface="Arial"/>
              </a:defRPr>
            </a:lvl1pPr>
            <a:lvl2pPr algn="l">
              <a:defRPr sz="975" b="1">
                <a:solidFill>
                  <a:srgbClr val="858A93"/>
                </a:solidFill>
                <a:latin typeface="Arial"/>
                <a:ea typeface="Arial"/>
                <a:cs typeface="Arial"/>
              </a:defRPr>
            </a:lvl2pPr>
            <a:lvl3pPr algn="l">
              <a:defRPr sz="975" b="1">
                <a:solidFill>
                  <a:srgbClr val="858A93"/>
                </a:solidFill>
                <a:latin typeface="Arial"/>
                <a:ea typeface="Arial"/>
                <a:cs typeface="Arial"/>
              </a:defRPr>
            </a:lvl3pPr>
            <a:lvl4pPr algn="l">
              <a:defRPr sz="975" b="1">
                <a:solidFill>
                  <a:srgbClr val="858A93"/>
                </a:solidFill>
                <a:latin typeface="Arial"/>
                <a:ea typeface="Arial"/>
                <a:cs typeface="Arial"/>
              </a:defRPr>
            </a:lvl4pPr>
            <a:lvl5pPr algn="l">
              <a:defRPr sz="975" b="1">
                <a:solidFill>
                  <a:srgbClr val="858A93"/>
                </a:solidFill>
                <a:latin typeface="Arial"/>
                <a:ea typeface="Arial"/>
                <a:cs typeface="Arial"/>
              </a:defRPr>
            </a:lvl5pPr>
            <a:lvl6pPr algn="l">
              <a:defRPr sz="975" b="1">
                <a:solidFill>
                  <a:srgbClr val="858A93"/>
                </a:solidFill>
                <a:latin typeface="Arial"/>
                <a:ea typeface="Arial"/>
                <a:cs typeface="Arial"/>
              </a:defRPr>
            </a:lvl6pPr>
            <a:lvl7pPr algn="l">
              <a:defRPr sz="975" b="1">
                <a:solidFill>
                  <a:srgbClr val="858A93"/>
                </a:solidFill>
                <a:latin typeface="Arial"/>
                <a:ea typeface="Arial"/>
                <a:cs typeface="Arial"/>
              </a:defRPr>
            </a:lvl7pPr>
            <a:lvl8pPr algn="l">
              <a:defRPr sz="975" b="1">
                <a:solidFill>
                  <a:srgbClr val="858A93"/>
                </a:solidFill>
                <a:latin typeface="Arial"/>
                <a:ea typeface="Arial"/>
                <a:cs typeface="Arial"/>
              </a:defRPr>
            </a:lvl8pPr>
            <a:lvl9pPr algn="l">
              <a:defRPr sz="975" b="1">
                <a:solidFill>
                  <a:srgbClr val="858A93"/>
                </a:solidFill>
                <a:latin typeface="Arial"/>
                <a:ea typeface="Arial"/>
                <a:cs typeface="Arial"/>
              </a:defRPr>
            </a:lvl9pPr>
          </a:lstStyle>
          <a:p xmlns:a="http://schemas.openxmlformats.org/drawingml/2006/main">
            <a:pPr algn="l">
              <a:defRPr sz="975" b="1">
                <a:solidFill>
                  <a:srgbClr val="858A93"/>
                </a:solidFill>
                <a:latin typeface="Arial"/>
                <a:ea typeface="Arial"/>
                <a:cs typeface="Arial"/>
              </a:defRPr>
            </a:pPr>
            <a:r>
              <a:rPr sz="975" b="1">
                <a:solidFill>
                  <a:srgbClr val="858A93"/>
                </a:solidFill>
                <a:latin typeface="Arial"/>
                <a:ea typeface="Arial"/>
                <a:cs typeface="Arial"/>
              </a:rPr>
              <a:t>CODEBURNER  ·  DEVS09</a:t>
            </a:r>
          </a:p>
        </p:txBody>
      </p:sp>
      <p:sp>
        <p:nvSpPr>
          <p:cNvPr id="7" name="shape-67">
            <a:extLst xmlns:a="http://schemas.openxmlformats.org/drawingml/2006/main">
              <a:ext uri="{FF2B5EF4-FFF2-40B4-BE49-F238E27FC236}">
                <a16:creationId xmlns:a16="http://schemas.microsoft.com/office/drawing/2014/main" id="{5804CD67-E7BA-4A5B-ACEC-3C20E88F11B8}"/>
              </a:ext>
            </a:extLst>
          </p:cNvPr>
          <p:cNvSpPr>
            <a:spLocks xmlns:a="http://schemas.openxmlformats.org/drawingml/2006/main" noGrp="1"/>
          </p:cNvSpPr>
          <p:nvPr/>
        </p:nvSpPr>
        <p:spPr>
          <a:xfrm xmlns:a="http://schemas.openxmlformats.org/drawingml/2006/main">
            <a:off x="106680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03  /  07</a:t>
            </a:r>
          </a:p>
        </p:txBody>
      </p:sp>
      <p:sp>
        <p:nvSpPr>
          <p:cNvPr id="8" name="shape-68">
            <a:extLst xmlns:a="http://schemas.openxmlformats.org/drawingml/2006/main">
              <a:ext uri="{FF2B5EF4-FFF2-40B4-BE49-F238E27FC236}">
                <a16:creationId xmlns:a16="http://schemas.microsoft.com/office/drawing/2014/main" id="{4E36CA8D-1F87-45EE-9C96-5DBDF4AB5816}"/>
              </a:ext>
            </a:extLst>
          </p:cNvPr>
          <p:cNvSpPr>
            <a:spLocks xmlns:a="http://schemas.openxmlformats.org/drawingml/2006/main" noGrp="1"/>
          </p:cNvSpPr>
          <p:nvPr/>
        </p:nvSpPr>
        <p:spPr>
          <a:xfrm xmlns:a="http://schemas.openxmlformats.org/drawingml/2006/main">
            <a:off x="685800" y="1809750"/>
            <a:ext cx="1943100" cy="1752600"/>
          </a:xfrm>
          <a:prstGeom xmlns:a="http://schemas.openxmlformats.org/drawingml/2006/main" prst="roundRect">
            <a:avLst>
              <a:gd name="adj" fmla="val 5435"/>
            </a:avLst>
          </a:prstGeom>
          <a:solidFill xmlns:a="http://schemas.openxmlformats.org/drawingml/2006/main">
            <a:srgbClr val="14161A"/>
          </a:solidFill>
          <a:ln xmlns:a="http://schemas.openxmlformats.org/drawingml/2006/main" w="9525">
            <a:solidFill>
              <a:srgbClr val="34373D"/>
            </a:solidFill>
            <a:prstDash val="solid"/>
          </a:ln>
        </p:spPr>
      </p:sp>
      <p:sp>
        <p:nvSpPr>
          <p:cNvPr id="9" name="shape-69">
            <a:extLst xmlns:a="http://schemas.openxmlformats.org/drawingml/2006/main">
              <a:ext uri="{FF2B5EF4-FFF2-40B4-BE49-F238E27FC236}">
                <a16:creationId xmlns:a16="http://schemas.microsoft.com/office/drawing/2014/main" id="{09594E49-1C44-457A-BE4F-C9F65BC038E7}"/>
              </a:ext>
            </a:extLst>
          </p:cNvPr>
          <p:cNvSpPr>
            <a:spLocks xmlns:a="http://schemas.openxmlformats.org/drawingml/2006/main" noGrp="1"/>
          </p:cNvSpPr>
          <p:nvPr/>
        </p:nvSpPr>
        <p:spPr>
          <a:xfrm xmlns:a="http://schemas.openxmlformats.org/drawingml/2006/main">
            <a:off x="857250" y="1981200"/>
            <a:ext cx="323850" cy="323850"/>
          </a:xfrm>
          <a:prstGeom xmlns:a="http://schemas.openxmlformats.org/drawingml/2006/main" prst="ellipse">
            <a:avLst/>
          </a:prstGeom>
          <a:solidFill xmlns:a="http://schemas.openxmlformats.org/drawingml/2006/main">
            <a:srgbClr val="321719"/>
          </a:solidFill>
          <a:ln xmlns:a="http://schemas.openxmlformats.org/drawingml/2006/main" w="9525">
            <a:solidFill>
              <a:srgbClr val="743036"/>
            </a:solidFill>
            <a:prstDash val="solid"/>
          </a:ln>
        </p:spPr>
      </p:sp>
      <p:sp>
        <p:nvSpPr>
          <p:cNvPr id="10" name="shape-70">
            <a:extLst xmlns:a="http://schemas.openxmlformats.org/drawingml/2006/main">
              <a:ext uri="{FF2B5EF4-FFF2-40B4-BE49-F238E27FC236}">
                <a16:creationId xmlns:a16="http://schemas.microsoft.com/office/drawing/2014/main" id="{1834772A-B66D-4291-8AA1-96D3B647B407}"/>
              </a:ext>
            </a:extLst>
          </p:cNvPr>
          <p:cNvSpPr>
            <a:spLocks xmlns:a="http://schemas.openxmlformats.org/drawingml/2006/main" noGrp="1"/>
          </p:cNvSpPr>
          <p:nvPr/>
        </p:nvSpPr>
        <p:spPr>
          <a:xfrm xmlns:a="http://schemas.openxmlformats.org/drawingml/2006/main">
            <a:off x="857250" y="2057400"/>
            <a:ext cx="323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5F2F0"/>
                </a:solidFill>
                <a:latin typeface="Arial"/>
                <a:ea typeface="Arial"/>
                <a:cs typeface="Arial"/>
              </a:defRPr>
            </a:defPPr>
            <a:lvl1pPr algn="ctr">
              <a:defRPr sz="975" b="1">
                <a:solidFill>
                  <a:srgbClr val="F5F2F0"/>
                </a:solidFill>
                <a:latin typeface="Arial"/>
                <a:ea typeface="Arial"/>
                <a:cs typeface="Arial"/>
              </a:defRPr>
            </a:lvl1pPr>
            <a:lvl2pPr algn="ctr">
              <a:defRPr sz="975" b="1">
                <a:solidFill>
                  <a:srgbClr val="F5F2F0"/>
                </a:solidFill>
                <a:latin typeface="Arial"/>
                <a:ea typeface="Arial"/>
                <a:cs typeface="Arial"/>
              </a:defRPr>
            </a:lvl2pPr>
            <a:lvl3pPr algn="ctr">
              <a:defRPr sz="975" b="1">
                <a:solidFill>
                  <a:srgbClr val="F5F2F0"/>
                </a:solidFill>
                <a:latin typeface="Arial"/>
                <a:ea typeface="Arial"/>
                <a:cs typeface="Arial"/>
              </a:defRPr>
            </a:lvl3pPr>
            <a:lvl4pPr algn="ctr">
              <a:defRPr sz="975" b="1">
                <a:solidFill>
                  <a:srgbClr val="F5F2F0"/>
                </a:solidFill>
                <a:latin typeface="Arial"/>
                <a:ea typeface="Arial"/>
                <a:cs typeface="Arial"/>
              </a:defRPr>
            </a:lvl4pPr>
            <a:lvl5pPr algn="ctr">
              <a:defRPr sz="975" b="1">
                <a:solidFill>
                  <a:srgbClr val="F5F2F0"/>
                </a:solidFill>
                <a:latin typeface="Arial"/>
                <a:ea typeface="Arial"/>
                <a:cs typeface="Arial"/>
              </a:defRPr>
            </a:lvl5pPr>
            <a:lvl6pPr algn="ctr">
              <a:defRPr sz="975" b="1">
                <a:solidFill>
                  <a:srgbClr val="F5F2F0"/>
                </a:solidFill>
                <a:latin typeface="Arial"/>
                <a:ea typeface="Arial"/>
                <a:cs typeface="Arial"/>
              </a:defRPr>
            </a:lvl6pPr>
            <a:lvl7pPr algn="ctr">
              <a:defRPr sz="975" b="1">
                <a:solidFill>
                  <a:srgbClr val="F5F2F0"/>
                </a:solidFill>
                <a:latin typeface="Arial"/>
                <a:ea typeface="Arial"/>
                <a:cs typeface="Arial"/>
              </a:defRPr>
            </a:lvl7pPr>
            <a:lvl8pPr algn="ctr">
              <a:defRPr sz="975" b="1">
                <a:solidFill>
                  <a:srgbClr val="F5F2F0"/>
                </a:solidFill>
                <a:latin typeface="Arial"/>
                <a:ea typeface="Arial"/>
                <a:cs typeface="Arial"/>
              </a:defRPr>
            </a:lvl8pPr>
            <a:lvl9pPr algn="ctr">
              <a:defRPr sz="975" b="1">
                <a:solidFill>
                  <a:srgbClr val="F5F2F0"/>
                </a:solidFill>
                <a:latin typeface="Arial"/>
                <a:ea typeface="Arial"/>
                <a:cs typeface="Arial"/>
              </a:defRPr>
            </a:lvl9pPr>
          </a:lstStyle>
          <a:p xmlns:a="http://schemas.openxmlformats.org/drawingml/2006/main">
            <a:pPr algn="ctr">
              <a:defRPr sz="975" b="1">
                <a:solidFill>
                  <a:srgbClr val="F5F2F0"/>
                </a:solidFill>
                <a:latin typeface="Arial"/>
                <a:ea typeface="Arial"/>
                <a:cs typeface="Arial"/>
              </a:defRPr>
            </a:pPr>
            <a:r>
              <a:rPr sz="975" b="1">
                <a:solidFill>
                  <a:srgbClr val="F5F2F0"/>
                </a:solidFill>
                <a:latin typeface="Arial"/>
                <a:ea typeface="Arial"/>
                <a:cs typeface="Arial"/>
              </a:rPr>
              <a:t>01</a:t>
            </a:r>
          </a:p>
        </p:txBody>
      </p:sp>
      <p:sp>
        <p:nvSpPr>
          <p:cNvPr id="11" name="shape-71">
            <a:extLst xmlns:a="http://schemas.openxmlformats.org/drawingml/2006/main">
              <a:ext uri="{FF2B5EF4-FFF2-40B4-BE49-F238E27FC236}">
                <a16:creationId xmlns:a16="http://schemas.microsoft.com/office/drawing/2014/main" id="{65F85AC7-E0F4-4138-AEC1-3F9981AF6361}"/>
              </a:ext>
            </a:extLst>
          </p:cNvPr>
          <p:cNvSpPr>
            <a:spLocks xmlns:a="http://schemas.openxmlformats.org/drawingml/2006/main" noGrp="1"/>
          </p:cNvSpPr>
          <p:nvPr/>
        </p:nvSpPr>
        <p:spPr>
          <a:xfrm xmlns:a="http://schemas.openxmlformats.org/drawingml/2006/main">
            <a:off x="857250" y="2457450"/>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3474E"/>
                </a:solidFill>
                <a:latin typeface="Arial"/>
                <a:ea typeface="Arial"/>
                <a:cs typeface="Arial"/>
              </a:defRPr>
            </a:defPPr>
            <a:lvl1pPr algn="l">
              <a:defRPr sz="1350" b="1">
                <a:solidFill>
                  <a:srgbClr val="E3474E"/>
                </a:solidFill>
                <a:latin typeface="Arial"/>
                <a:ea typeface="Arial"/>
                <a:cs typeface="Arial"/>
              </a:defRPr>
            </a:lvl1pPr>
            <a:lvl2pPr algn="l">
              <a:defRPr sz="1350" b="1">
                <a:solidFill>
                  <a:srgbClr val="E3474E"/>
                </a:solidFill>
                <a:latin typeface="Arial"/>
                <a:ea typeface="Arial"/>
                <a:cs typeface="Arial"/>
              </a:defRPr>
            </a:lvl2pPr>
            <a:lvl3pPr algn="l">
              <a:defRPr sz="1350" b="1">
                <a:solidFill>
                  <a:srgbClr val="E3474E"/>
                </a:solidFill>
                <a:latin typeface="Arial"/>
                <a:ea typeface="Arial"/>
                <a:cs typeface="Arial"/>
              </a:defRPr>
            </a:lvl3pPr>
            <a:lvl4pPr algn="l">
              <a:defRPr sz="1350" b="1">
                <a:solidFill>
                  <a:srgbClr val="E3474E"/>
                </a:solidFill>
                <a:latin typeface="Arial"/>
                <a:ea typeface="Arial"/>
                <a:cs typeface="Arial"/>
              </a:defRPr>
            </a:lvl4pPr>
            <a:lvl5pPr algn="l">
              <a:defRPr sz="1350" b="1">
                <a:solidFill>
                  <a:srgbClr val="E3474E"/>
                </a:solidFill>
                <a:latin typeface="Arial"/>
                <a:ea typeface="Arial"/>
                <a:cs typeface="Arial"/>
              </a:defRPr>
            </a:lvl5pPr>
            <a:lvl6pPr algn="l">
              <a:defRPr sz="1350" b="1">
                <a:solidFill>
                  <a:srgbClr val="E3474E"/>
                </a:solidFill>
                <a:latin typeface="Arial"/>
                <a:ea typeface="Arial"/>
                <a:cs typeface="Arial"/>
              </a:defRPr>
            </a:lvl6pPr>
            <a:lvl7pPr algn="l">
              <a:defRPr sz="1350" b="1">
                <a:solidFill>
                  <a:srgbClr val="E3474E"/>
                </a:solidFill>
                <a:latin typeface="Arial"/>
                <a:ea typeface="Arial"/>
                <a:cs typeface="Arial"/>
              </a:defRPr>
            </a:lvl7pPr>
            <a:lvl8pPr algn="l">
              <a:defRPr sz="1350" b="1">
                <a:solidFill>
                  <a:srgbClr val="E3474E"/>
                </a:solidFill>
                <a:latin typeface="Arial"/>
                <a:ea typeface="Arial"/>
                <a:cs typeface="Arial"/>
              </a:defRPr>
            </a:lvl8pPr>
            <a:lvl9pPr algn="l">
              <a:defRPr sz="1350" b="1">
                <a:solidFill>
                  <a:srgbClr val="E3474E"/>
                </a:solidFill>
                <a:latin typeface="Arial"/>
                <a:ea typeface="Arial"/>
                <a:cs typeface="Arial"/>
              </a:defRPr>
            </a:lvl9pPr>
          </a:lstStyle>
          <a:p xmlns:a="http://schemas.openxmlformats.org/drawingml/2006/main">
            <a:pPr algn="l">
              <a:defRPr sz="1350" b="1">
                <a:solidFill>
                  <a:srgbClr val="E3474E"/>
                </a:solidFill>
                <a:latin typeface="Arial"/>
                <a:ea typeface="Arial"/>
                <a:cs typeface="Arial"/>
              </a:defRPr>
            </a:pPr>
            <a:r>
              <a:rPr sz="1350" b="1">
                <a:solidFill>
                  <a:srgbClr val="E3474E"/>
                </a:solidFill>
                <a:latin typeface="Arial"/>
                <a:ea typeface="Arial"/>
                <a:cs typeface="Arial"/>
              </a:rPr>
              <a:t>COLLECT</a:t>
            </a:r>
          </a:p>
        </p:txBody>
      </p:sp>
      <p:sp>
        <p:nvSpPr>
          <p:cNvPr id="12" name="shape-72">
            <a:extLst xmlns:a="http://schemas.openxmlformats.org/drawingml/2006/main">
              <a:ext uri="{FF2B5EF4-FFF2-40B4-BE49-F238E27FC236}">
                <a16:creationId xmlns:a16="http://schemas.microsoft.com/office/drawing/2014/main" id="{3399CCC8-9D66-4263-B801-23EFA6BA4260}"/>
              </a:ext>
            </a:extLst>
          </p:cNvPr>
          <p:cNvSpPr>
            <a:spLocks xmlns:a="http://schemas.openxmlformats.org/drawingml/2006/main" noGrp="1"/>
          </p:cNvSpPr>
          <p:nvPr/>
        </p:nvSpPr>
        <p:spPr>
          <a:xfrm xmlns:a="http://schemas.openxmlformats.org/drawingml/2006/main">
            <a:off x="857250" y="276225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46"/>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Vitals, medicine logs, call notes and optional phone-motion observations.</a:t>
            </a:r>
          </a:p>
        </p:txBody>
      </p:sp>
      <p:sp>
        <p:nvSpPr>
          <p:cNvPr id="13" name="shape-73">
            <a:extLst xmlns:a="http://schemas.openxmlformats.org/drawingml/2006/main">
              <a:ext uri="{FF2B5EF4-FFF2-40B4-BE49-F238E27FC236}">
                <a16:creationId xmlns:a16="http://schemas.microsoft.com/office/drawing/2014/main" id="{D5AF86B7-E5C3-4583-BA11-98763403A423}"/>
              </a:ext>
            </a:extLst>
          </p:cNvPr>
          <p:cNvSpPr>
            <a:spLocks xmlns:a="http://schemas.openxmlformats.org/drawingml/2006/main" noGrp="1"/>
          </p:cNvSpPr>
          <p:nvPr/>
        </p:nvSpPr>
        <p:spPr>
          <a:xfrm xmlns:a="http://schemas.openxmlformats.org/drawingml/2006/main">
            <a:off x="2638425" y="2505075"/>
            <a:ext cx="209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19"/>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14" name="shape-74">
            <a:extLst xmlns:a="http://schemas.openxmlformats.org/drawingml/2006/main">
              <a:ext uri="{FF2B5EF4-FFF2-40B4-BE49-F238E27FC236}">
                <a16:creationId xmlns:a16="http://schemas.microsoft.com/office/drawing/2014/main" id="{11E192B7-9C1F-42D5-8CB2-65A3FF532814}"/>
              </a:ext>
            </a:extLst>
          </p:cNvPr>
          <p:cNvSpPr>
            <a:spLocks xmlns:a="http://schemas.openxmlformats.org/drawingml/2006/main" noGrp="1"/>
          </p:cNvSpPr>
          <p:nvPr/>
        </p:nvSpPr>
        <p:spPr>
          <a:xfrm xmlns:a="http://schemas.openxmlformats.org/drawingml/2006/main">
            <a:off x="2857500" y="1809750"/>
            <a:ext cx="1943100" cy="1752600"/>
          </a:xfrm>
          <a:prstGeom xmlns:a="http://schemas.openxmlformats.org/drawingml/2006/main" prst="roundRect">
            <a:avLst>
              <a:gd name="adj" fmla="val 5435"/>
            </a:avLst>
          </a:prstGeom>
          <a:solidFill xmlns:a="http://schemas.openxmlformats.org/drawingml/2006/main">
            <a:srgbClr val="14161A"/>
          </a:solidFill>
          <a:ln xmlns:a="http://schemas.openxmlformats.org/drawingml/2006/main" w="9525">
            <a:solidFill>
              <a:srgbClr val="34373D"/>
            </a:solidFill>
            <a:prstDash val="solid"/>
          </a:ln>
        </p:spPr>
      </p:sp>
      <p:sp>
        <p:nvSpPr>
          <p:cNvPr id="15" name="shape-75">
            <a:extLst xmlns:a="http://schemas.openxmlformats.org/drawingml/2006/main">
              <a:ext uri="{FF2B5EF4-FFF2-40B4-BE49-F238E27FC236}">
                <a16:creationId xmlns:a16="http://schemas.microsoft.com/office/drawing/2014/main" id="{DCF6D8F8-1CE4-47A3-BDF2-A59D2E6F288C}"/>
              </a:ext>
            </a:extLst>
          </p:cNvPr>
          <p:cNvSpPr>
            <a:spLocks xmlns:a="http://schemas.openxmlformats.org/drawingml/2006/main" noGrp="1"/>
          </p:cNvSpPr>
          <p:nvPr/>
        </p:nvSpPr>
        <p:spPr>
          <a:xfrm xmlns:a="http://schemas.openxmlformats.org/drawingml/2006/main">
            <a:off x="3028950" y="1981200"/>
            <a:ext cx="323850" cy="323850"/>
          </a:xfrm>
          <a:prstGeom xmlns:a="http://schemas.openxmlformats.org/drawingml/2006/main" prst="ellipse">
            <a:avLst/>
          </a:prstGeom>
          <a:solidFill xmlns:a="http://schemas.openxmlformats.org/drawingml/2006/main">
            <a:srgbClr val="321719"/>
          </a:solidFill>
          <a:ln xmlns:a="http://schemas.openxmlformats.org/drawingml/2006/main" w="9525">
            <a:solidFill>
              <a:srgbClr val="743036"/>
            </a:solidFill>
            <a:prstDash val="solid"/>
          </a:ln>
        </p:spPr>
      </p:sp>
      <p:sp>
        <p:nvSpPr>
          <p:cNvPr id="16" name="shape-76">
            <a:extLst xmlns:a="http://schemas.openxmlformats.org/drawingml/2006/main">
              <a:ext uri="{FF2B5EF4-FFF2-40B4-BE49-F238E27FC236}">
                <a16:creationId xmlns:a16="http://schemas.microsoft.com/office/drawing/2014/main" id="{A9681EE7-3566-4E2B-9555-E286993B8084}"/>
              </a:ext>
            </a:extLst>
          </p:cNvPr>
          <p:cNvSpPr>
            <a:spLocks xmlns:a="http://schemas.openxmlformats.org/drawingml/2006/main" noGrp="1"/>
          </p:cNvSpPr>
          <p:nvPr/>
        </p:nvSpPr>
        <p:spPr>
          <a:xfrm xmlns:a="http://schemas.openxmlformats.org/drawingml/2006/main">
            <a:off x="3028950" y="2057400"/>
            <a:ext cx="323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5F2F0"/>
                </a:solidFill>
                <a:latin typeface="Arial"/>
                <a:ea typeface="Arial"/>
                <a:cs typeface="Arial"/>
              </a:defRPr>
            </a:defPPr>
            <a:lvl1pPr algn="ctr">
              <a:defRPr sz="975" b="1">
                <a:solidFill>
                  <a:srgbClr val="F5F2F0"/>
                </a:solidFill>
                <a:latin typeface="Arial"/>
                <a:ea typeface="Arial"/>
                <a:cs typeface="Arial"/>
              </a:defRPr>
            </a:lvl1pPr>
            <a:lvl2pPr algn="ctr">
              <a:defRPr sz="975" b="1">
                <a:solidFill>
                  <a:srgbClr val="F5F2F0"/>
                </a:solidFill>
                <a:latin typeface="Arial"/>
                <a:ea typeface="Arial"/>
                <a:cs typeface="Arial"/>
              </a:defRPr>
            </a:lvl2pPr>
            <a:lvl3pPr algn="ctr">
              <a:defRPr sz="975" b="1">
                <a:solidFill>
                  <a:srgbClr val="F5F2F0"/>
                </a:solidFill>
                <a:latin typeface="Arial"/>
                <a:ea typeface="Arial"/>
                <a:cs typeface="Arial"/>
              </a:defRPr>
            </a:lvl3pPr>
            <a:lvl4pPr algn="ctr">
              <a:defRPr sz="975" b="1">
                <a:solidFill>
                  <a:srgbClr val="F5F2F0"/>
                </a:solidFill>
                <a:latin typeface="Arial"/>
                <a:ea typeface="Arial"/>
                <a:cs typeface="Arial"/>
              </a:defRPr>
            </a:lvl4pPr>
            <a:lvl5pPr algn="ctr">
              <a:defRPr sz="975" b="1">
                <a:solidFill>
                  <a:srgbClr val="F5F2F0"/>
                </a:solidFill>
                <a:latin typeface="Arial"/>
                <a:ea typeface="Arial"/>
                <a:cs typeface="Arial"/>
              </a:defRPr>
            </a:lvl5pPr>
            <a:lvl6pPr algn="ctr">
              <a:defRPr sz="975" b="1">
                <a:solidFill>
                  <a:srgbClr val="F5F2F0"/>
                </a:solidFill>
                <a:latin typeface="Arial"/>
                <a:ea typeface="Arial"/>
                <a:cs typeface="Arial"/>
              </a:defRPr>
            </a:lvl6pPr>
            <a:lvl7pPr algn="ctr">
              <a:defRPr sz="975" b="1">
                <a:solidFill>
                  <a:srgbClr val="F5F2F0"/>
                </a:solidFill>
                <a:latin typeface="Arial"/>
                <a:ea typeface="Arial"/>
                <a:cs typeface="Arial"/>
              </a:defRPr>
            </a:lvl7pPr>
            <a:lvl8pPr algn="ctr">
              <a:defRPr sz="975" b="1">
                <a:solidFill>
                  <a:srgbClr val="F5F2F0"/>
                </a:solidFill>
                <a:latin typeface="Arial"/>
                <a:ea typeface="Arial"/>
                <a:cs typeface="Arial"/>
              </a:defRPr>
            </a:lvl8pPr>
            <a:lvl9pPr algn="ctr">
              <a:defRPr sz="975" b="1">
                <a:solidFill>
                  <a:srgbClr val="F5F2F0"/>
                </a:solidFill>
                <a:latin typeface="Arial"/>
                <a:ea typeface="Arial"/>
                <a:cs typeface="Arial"/>
              </a:defRPr>
            </a:lvl9pPr>
          </a:lstStyle>
          <a:p xmlns:a="http://schemas.openxmlformats.org/drawingml/2006/main">
            <a:pPr algn="ctr">
              <a:defRPr sz="975" b="1">
                <a:solidFill>
                  <a:srgbClr val="F5F2F0"/>
                </a:solidFill>
                <a:latin typeface="Arial"/>
                <a:ea typeface="Arial"/>
                <a:cs typeface="Arial"/>
              </a:defRPr>
            </a:pPr>
            <a:r>
              <a:rPr sz="975" b="1">
                <a:solidFill>
                  <a:srgbClr val="F5F2F0"/>
                </a:solidFill>
                <a:latin typeface="Arial"/>
                <a:ea typeface="Arial"/>
                <a:cs typeface="Arial"/>
              </a:rPr>
              <a:t>02</a:t>
            </a:r>
          </a:p>
        </p:txBody>
      </p:sp>
      <p:sp>
        <p:nvSpPr>
          <p:cNvPr id="17" name="shape-77">
            <a:extLst xmlns:a="http://schemas.openxmlformats.org/drawingml/2006/main">
              <a:ext uri="{FF2B5EF4-FFF2-40B4-BE49-F238E27FC236}">
                <a16:creationId xmlns:a16="http://schemas.microsoft.com/office/drawing/2014/main" id="{434A33BE-8537-4B17-95DF-18A7FF4BF579}"/>
              </a:ext>
            </a:extLst>
          </p:cNvPr>
          <p:cNvSpPr>
            <a:spLocks xmlns:a="http://schemas.openxmlformats.org/drawingml/2006/main" noGrp="1"/>
          </p:cNvSpPr>
          <p:nvPr/>
        </p:nvSpPr>
        <p:spPr>
          <a:xfrm xmlns:a="http://schemas.openxmlformats.org/drawingml/2006/main">
            <a:off x="3028950" y="2457450"/>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3474E"/>
                </a:solidFill>
                <a:latin typeface="Arial"/>
                <a:ea typeface="Arial"/>
                <a:cs typeface="Arial"/>
              </a:defRPr>
            </a:defPPr>
            <a:lvl1pPr algn="l">
              <a:defRPr sz="1350" b="1">
                <a:solidFill>
                  <a:srgbClr val="E3474E"/>
                </a:solidFill>
                <a:latin typeface="Arial"/>
                <a:ea typeface="Arial"/>
                <a:cs typeface="Arial"/>
              </a:defRPr>
            </a:lvl1pPr>
            <a:lvl2pPr algn="l">
              <a:defRPr sz="1350" b="1">
                <a:solidFill>
                  <a:srgbClr val="E3474E"/>
                </a:solidFill>
                <a:latin typeface="Arial"/>
                <a:ea typeface="Arial"/>
                <a:cs typeface="Arial"/>
              </a:defRPr>
            </a:lvl2pPr>
            <a:lvl3pPr algn="l">
              <a:defRPr sz="1350" b="1">
                <a:solidFill>
                  <a:srgbClr val="E3474E"/>
                </a:solidFill>
                <a:latin typeface="Arial"/>
                <a:ea typeface="Arial"/>
                <a:cs typeface="Arial"/>
              </a:defRPr>
            </a:lvl3pPr>
            <a:lvl4pPr algn="l">
              <a:defRPr sz="1350" b="1">
                <a:solidFill>
                  <a:srgbClr val="E3474E"/>
                </a:solidFill>
                <a:latin typeface="Arial"/>
                <a:ea typeface="Arial"/>
                <a:cs typeface="Arial"/>
              </a:defRPr>
            </a:lvl4pPr>
            <a:lvl5pPr algn="l">
              <a:defRPr sz="1350" b="1">
                <a:solidFill>
                  <a:srgbClr val="E3474E"/>
                </a:solidFill>
                <a:latin typeface="Arial"/>
                <a:ea typeface="Arial"/>
                <a:cs typeface="Arial"/>
              </a:defRPr>
            </a:lvl5pPr>
            <a:lvl6pPr algn="l">
              <a:defRPr sz="1350" b="1">
                <a:solidFill>
                  <a:srgbClr val="E3474E"/>
                </a:solidFill>
                <a:latin typeface="Arial"/>
                <a:ea typeface="Arial"/>
                <a:cs typeface="Arial"/>
              </a:defRPr>
            </a:lvl6pPr>
            <a:lvl7pPr algn="l">
              <a:defRPr sz="1350" b="1">
                <a:solidFill>
                  <a:srgbClr val="E3474E"/>
                </a:solidFill>
                <a:latin typeface="Arial"/>
                <a:ea typeface="Arial"/>
                <a:cs typeface="Arial"/>
              </a:defRPr>
            </a:lvl7pPr>
            <a:lvl8pPr algn="l">
              <a:defRPr sz="1350" b="1">
                <a:solidFill>
                  <a:srgbClr val="E3474E"/>
                </a:solidFill>
                <a:latin typeface="Arial"/>
                <a:ea typeface="Arial"/>
                <a:cs typeface="Arial"/>
              </a:defRPr>
            </a:lvl8pPr>
            <a:lvl9pPr algn="l">
              <a:defRPr sz="1350" b="1">
                <a:solidFill>
                  <a:srgbClr val="E3474E"/>
                </a:solidFill>
                <a:latin typeface="Arial"/>
                <a:ea typeface="Arial"/>
                <a:cs typeface="Arial"/>
              </a:defRPr>
            </a:lvl9pPr>
          </a:lstStyle>
          <a:p xmlns:a="http://schemas.openxmlformats.org/drawingml/2006/main">
            <a:pPr algn="l">
              <a:defRPr sz="1350" b="1">
                <a:solidFill>
                  <a:srgbClr val="E3474E"/>
                </a:solidFill>
                <a:latin typeface="Arial"/>
                <a:ea typeface="Arial"/>
                <a:cs typeface="Arial"/>
              </a:defRPr>
            </a:pPr>
            <a:r>
              <a:rPr sz="1350" b="1">
                <a:solidFill>
                  <a:srgbClr val="E3474E"/>
                </a:solidFill>
                <a:latin typeface="Arial"/>
                <a:ea typeface="Arial"/>
                <a:cs typeface="Arial"/>
              </a:rPr>
              <a:t>CHECK</a:t>
            </a:r>
          </a:p>
        </p:txBody>
      </p:sp>
      <p:sp>
        <p:nvSpPr>
          <p:cNvPr id="18" name="shape-78">
            <a:extLst xmlns:a="http://schemas.openxmlformats.org/drawingml/2006/main">
              <a:ext uri="{FF2B5EF4-FFF2-40B4-BE49-F238E27FC236}">
                <a16:creationId xmlns:a16="http://schemas.microsoft.com/office/drawing/2014/main" id="{37D27F69-2DC9-4030-981A-F6AAFECA4905}"/>
              </a:ext>
            </a:extLst>
          </p:cNvPr>
          <p:cNvSpPr>
            <a:spLocks xmlns:a="http://schemas.openxmlformats.org/drawingml/2006/main" noGrp="1"/>
          </p:cNvSpPr>
          <p:nvPr/>
        </p:nvSpPr>
        <p:spPr>
          <a:xfrm xmlns:a="http://schemas.openxmlformats.org/drawingml/2006/main">
            <a:off x="3028950" y="276225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Validate identity, date, units and missing data; review any transcript.</a:t>
            </a:r>
          </a:p>
        </p:txBody>
      </p:sp>
      <p:sp>
        <p:nvSpPr>
          <p:cNvPr id="19" name="shape-79">
            <a:extLst xmlns:a="http://schemas.openxmlformats.org/drawingml/2006/main">
              <a:ext uri="{FF2B5EF4-FFF2-40B4-BE49-F238E27FC236}">
                <a16:creationId xmlns:a16="http://schemas.microsoft.com/office/drawing/2014/main" id="{9EF9FD7E-41F0-45BA-B8BA-5981B156D2EA}"/>
              </a:ext>
            </a:extLst>
          </p:cNvPr>
          <p:cNvSpPr>
            <a:spLocks xmlns:a="http://schemas.openxmlformats.org/drawingml/2006/main" noGrp="1"/>
          </p:cNvSpPr>
          <p:nvPr/>
        </p:nvSpPr>
        <p:spPr>
          <a:xfrm xmlns:a="http://schemas.openxmlformats.org/drawingml/2006/main">
            <a:off x="4810125" y="2505075"/>
            <a:ext cx="209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19"/>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20" name="shape-80">
            <a:extLst xmlns:a="http://schemas.openxmlformats.org/drawingml/2006/main">
              <a:ext uri="{FF2B5EF4-FFF2-40B4-BE49-F238E27FC236}">
                <a16:creationId xmlns:a16="http://schemas.microsoft.com/office/drawing/2014/main" id="{E241860A-E7EF-42B7-87E4-E924842B0196}"/>
              </a:ext>
            </a:extLst>
          </p:cNvPr>
          <p:cNvSpPr>
            <a:spLocks xmlns:a="http://schemas.openxmlformats.org/drawingml/2006/main" noGrp="1"/>
          </p:cNvSpPr>
          <p:nvPr/>
        </p:nvSpPr>
        <p:spPr>
          <a:xfrm xmlns:a="http://schemas.openxmlformats.org/drawingml/2006/main">
            <a:off x="5029200" y="1809750"/>
            <a:ext cx="1943100" cy="1752600"/>
          </a:xfrm>
          <a:prstGeom xmlns:a="http://schemas.openxmlformats.org/drawingml/2006/main" prst="roundRect">
            <a:avLst>
              <a:gd name="adj" fmla="val 5435"/>
            </a:avLst>
          </a:prstGeom>
          <a:solidFill xmlns:a="http://schemas.openxmlformats.org/drawingml/2006/main">
            <a:srgbClr val="14161A"/>
          </a:solidFill>
          <a:ln xmlns:a="http://schemas.openxmlformats.org/drawingml/2006/main" w="9525">
            <a:solidFill>
              <a:srgbClr val="34373D"/>
            </a:solidFill>
            <a:prstDash val="solid"/>
          </a:ln>
        </p:spPr>
      </p:sp>
      <p:sp>
        <p:nvSpPr>
          <p:cNvPr id="21" name="shape-81">
            <a:extLst xmlns:a="http://schemas.openxmlformats.org/drawingml/2006/main">
              <a:ext uri="{FF2B5EF4-FFF2-40B4-BE49-F238E27FC236}">
                <a16:creationId xmlns:a16="http://schemas.microsoft.com/office/drawing/2014/main" id="{03C9A6AC-002B-494E-A308-76F4C4357F8C}"/>
              </a:ext>
            </a:extLst>
          </p:cNvPr>
          <p:cNvSpPr>
            <a:spLocks xmlns:a="http://schemas.openxmlformats.org/drawingml/2006/main" noGrp="1"/>
          </p:cNvSpPr>
          <p:nvPr/>
        </p:nvSpPr>
        <p:spPr>
          <a:xfrm xmlns:a="http://schemas.openxmlformats.org/drawingml/2006/main">
            <a:off x="5200650" y="1981200"/>
            <a:ext cx="323850" cy="323850"/>
          </a:xfrm>
          <a:prstGeom xmlns:a="http://schemas.openxmlformats.org/drawingml/2006/main" prst="ellipse">
            <a:avLst/>
          </a:prstGeom>
          <a:solidFill xmlns:a="http://schemas.openxmlformats.org/drawingml/2006/main">
            <a:srgbClr val="321719"/>
          </a:solidFill>
          <a:ln xmlns:a="http://schemas.openxmlformats.org/drawingml/2006/main" w="9525">
            <a:solidFill>
              <a:srgbClr val="743036"/>
            </a:solidFill>
            <a:prstDash val="solid"/>
          </a:ln>
        </p:spPr>
      </p:sp>
      <p:sp>
        <p:nvSpPr>
          <p:cNvPr id="22" name="shape-82">
            <a:extLst xmlns:a="http://schemas.openxmlformats.org/drawingml/2006/main">
              <a:ext uri="{FF2B5EF4-FFF2-40B4-BE49-F238E27FC236}">
                <a16:creationId xmlns:a16="http://schemas.microsoft.com/office/drawing/2014/main" id="{6CD7B760-A6F9-4EFE-B930-E2E21ECE791D}"/>
              </a:ext>
            </a:extLst>
          </p:cNvPr>
          <p:cNvSpPr>
            <a:spLocks xmlns:a="http://schemas.openxmlformats.org/drawingml/2006/main" noGrp="1"/>
          </p:cNvSpPr>
          <p:nvPr/>
        </p:nvSpPr>
        <p:spPr>
          <a:xfrm xmlns:a="http://schemas.openxmlformats.org/drawingml/2006/main">
            <a:off x="5200650" y="2057400"/>
            <a:ext cx="323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5F2F0"/>
                </a:solidFill>
                <a:latin typeface="Arial"/>
                <a:ea typeface="Arial"/>
                <a:cs typeface="Arial"/>
              </a:defRPr>
            </a:defPPr>
            <a:lvl1pPr algn="ctr">
              <a:defRPr sz="975" b="1">
                <a:solidFill>
                  <a:srgbClr val="F5F2F0"/>
                </a:solidFill>
                <a:latin typeface="Arial"/>
                <a:ea typeface="Arial"/>
                <a:cs typeface="Arial"/>
              </a:defRPr>
            </a:lvl1pPr>
            <a:lvl2pPr algn="ctr">
              <a:defRPr sz="975" b="1">
                <a:solidFill>
                  <a:srgbClr val="F5F2F0"/>
                </a:solidFill>
                <a:latin typeface="Arial"/>
                <a:ea typeface="Arial"/>
                <a:cs typeface="Arial"/>
              </a:defRPr>
            </a:lvl2pPr>
            <a:lvl3pPr algn="ctr">
              <a:defRPr sz="975" b="1">
                <a:solidFill>
                  <a:srgbClr val="F5F2F0"/>
                </a:solidFill>
                <a:latin typeface="Arial"/>
                <a:ea typeface="Arial"/>
                <a:cs typeface="Arial"/>
              </a:defRPr>
            </a:lvl3pPr>
            <a:lvl4pPr algn="ctr">
              <a:defRPr sz="975" b="1">
                <a:solidFill>
                  <a:srgbClr val="F5F2F0"/>
                </a:solidFill>
                <a:latin typeface="Arial"/>
                <a:ea typeface="Arial"/>
                <a:cs typeface="Arial"/>
              </a:defRPr>
            </a:lvl4pPr>
            <a:lvl5pPr algn="ctr">
              <a:defRPr sz="975" b="1">
                <a:solidFill>
                  <a:srgbClr val="F5F2F0"/>
                </a:solidFill>
                <a:latin typeface="Arial"/>
                <a:ea typeface="Arial"/>
                <a:cs typeface="Arial"/>
              </a:defRPr>
            </a:lvl5pPr>
            <a:lvl6pPr algn="ctr">
              <a:defRPr sz="975" b="1">
                <a:solidFill>
                  <a:srgbClr val="F5F2F0"/>
                </a:solidFill>
                <a:latin typeface="Arial"/>
                <a:ea typeface="Arial"/>
                <a:cs typeface="Arial"/>
              </a:defRPr>
            </a:lvl6pPr>
            <a:lvl7pPr algn="ctr">
              <a:defRPr sz="975" b="1">
                <a:solidFill>
                  <a:srgbClr val="F5F2F0"/>
                </a:solidFill>
                <a:latin typeface="Arial"/>
                <a:ea typeface="Arial"/>
                <a:cs typeface="Arial"/>
              </a:defRPr>
            </a:lvl7pPr>
            <a:lvl8pPr algn="ctr">
              <a:defRPr sz="975" b="1">
                <a:solidFill>
                  <a:srgbClr val="F5F2F0"/>
                </a:solidFill>
                <a:latin typeface="Arial"/>
                <a:ea typeface="Arial"/>
                <a:cs typeface="Arial"/>
              </a:defRPr>
            </a:lvl8pPr>
            <a:lvl9pPr algn="ctr">
              <a:defRPr sz="975" b="1">
                <a:solidFill>
                  <a:srgbClr val="F5F2F0"/>
                </a:solidFill>
                <a:latin typeface="Arial"/>
                <a:ea typeface="Arial"/>
                <a:cs typeface="Arial"/>
              </a:defRPr>
            </a:lvl9pPr>
          </a:lstStyle>
          <a:p xmlns:a="http://schemas.openxmlformats.org/drawingml/2006/main">
            <a:pPr algn="ctr">
              <a:defRPr sz="975" b="1">
                <a:solidFill>
                  <a:srgbClr val="F5F2F0"/>
                </a:solidFill>
                <a:latin typeface="Arial"/>
                <a:ea typeface="Arial"/>
                <a:cs typeface="Arial"/>
              </a:defRPr>
            </a:pPr>
            <a:r>
              <a:rPr sz="975" b="1">
                <a:solidFill>
                  <a:srgbClr val="F5F2F0"/>
                </a:solidFill>
                <a:latin typeface="Arial"/>
                <a:ea typeface="Arial"/>
                <a:cs typeface="Arial"/>
              </a:rPr>
              <a:t>03</a:t>
            </a:r>
          </a:p>
        </p:txBody>
      </p:sp>
      <p:sp>
        <p:nvSpPr>
          <p:cNvPr id="23" name="shape-83">
            <a:extLst xmlns:a="http://schemas.openxmlformats.org/drawingml/2006/main">
              <a:ext uri="{FF2B5EF4-FFF2-40B4-BE49-F238E27FC236}">
                <a16:creationId xmlns:a16="http://schemas.microsoft.com/office/drawing/2014/main" id="{F69257F6-F910-4EB1-BD83-98992E6A177B}"/>
              </a:ext>
            </a:extLst>
          </p:cNvPr>
          <p:cNvSpPr>
            <a:spLocks xmlns:a="http://schemas.openxmlformats.org/drawingml/2006/main" noGrp="1"/>
          </p:cNvSpPr>
          <p:nvPr/>
        </p:nvSpPr>
        <p:spPr>
          <a:xfrm xmlns:a="http://schemas.openxmlformats.org/drawingml/2006/main">
            <a:off x="5200650" y="2457450"/>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3474E"/>
                </a:solidFill>
                <a:latin typeface="Arial"/>
                <a:ea typeface="Arial"/>
                <a:cs typeface="Arial"/>
              </a:defRPr>
            </a:defPPr>
            <a:lvl1pPr algn="l">
              <a:defRPr sz="1350" b="1">
                <a:solidFill>
                  <a:srgbClr val="E3474E"/>
                </a:solidFill>
                <a:latin typeface="Arial"/>
                <a:ea typeface="Arial"/>
                <a:cs typeface="Arial"/>
              </a:defRPr>
            </a:lvl1pPr>
            <a:lvl2pPr algn="l">
              <a:defRPr sz="1350" b="1">
                <a:solidFill>
                  <a:srgbClr val="E3474E"/>
                </a:solidFill>
                <a:latin typeface="Arial"/>
                <a:ea typeface="Arial"/>
                <a:cs typeface="Arial"/>
              </a:defRPr>
            </a:lvl2pPr>
            <a:lvl3pPr algn="l">
              <a:defRPr sz="1350" b="1">
                <a:solidFill>
                  <a:srgbClr val="E3474E"/>
                </a:solidFill>
                <a:latin typeface="Arial"/>
                <a:ea typeface="Arial"/>
                <a:cs typeface="Arial"/>
              </a:defRPr>
            </a:lvl3pPr>
            <a:lvl4pPr algn="l">
              <a:defRPr sz="1350" b="1">
                <a:solidFill>
                  <a:srgbClr val="E3474E"/>
                </a:solidFill>
                <a:latin typeface="Arial"/>
                <a:ea typeface="Arial"/>
                <a:cs typeface="Arial"/>
              </a:defRPr>
            </a:lvl4pPr>
            <a:lvl5pPr algn="l">
              <a:defRPr sz="1350" b="1">
                <a:solidFill>
                  <a:srgbClr val="E3474E"/>
                </a:solidFill>
                <a:latin typeface="Arial"/>
                <a:ea typeface="Arial"/>
                <a:cs typeface="Arial"/>
              </a:defRPr>
            </a:lvl5pPr>
            <a:lvl6pPr algn="l">
              <a:defRPr sz="1350" b="1">
                <a:solidFill>
                  <a:srgbClr val="E3474E"/>
                </a:solidFill>
                <a:latin typeface="Arial"/>
                <a:ea typeface="Arial"/>
                <a:cs typeface="Arial"/>
              </a:defRPr>
            </a:lvl6pPr>
            <a:lvl7pPr algn="l">
              <a:defRPr sz="1350" b="1">
                <a:solidFill>
                  <a:srgbClr val="E3474E"/>
                </a:solidFill>
                <a:latin typeface="Arial"/>
                <a:ea typeface="Arial"/>
                <a:cs typeface="Arial"/>
              </a:defRPr>
            </a:lvl7pPr>
            <a:lvl8pPr algn="l">
              <a:defRPr sz="1350" b="1">
                <a:solidFill>
                  <a:srgbClr val="E3474E"/>
                </a:solidFill>
                <a:latin typeface="Arial"/>
                <a:ea typeface="Arial"/>
                <a:cs typeface="Arial"/>
              </a:defRPr>
            </a:lvl8pPr>
            <a:lvl9pPr algn="l">
              <a:defRPr sz="1350" b="1">
                <a:solidFill>
                  <a:srgbClr val="E3474E"/>
                </a:solidFill>
                <a:latin typeface="Arial"/>
                <a:ea typeface="Arial"/>
                <a:cs typeface="Arial"/>
              </a:defRPr>
            </a:lvl9pPr>
          </a:lstStyle>
          <a:p xmlns:a="http://schemas.openxmlformats.org/drawingml/2006/main">
            <a:pPr algn="l">
              <a:defRPr sz="1350" b="1">
                <a:solidFill>
                  <a:srgbClr val="E3474E"/>
                </a:solidFill>
                <a:latin typeface="Arial"/>
                <a:ea typeface="Arial"/>
                <a:cs typeface="Arial"/>
              </a:defRPr>
            </a:pPr>
            <a:r>
              <a:rPr sz="1350" b="1">
                <a:solidFill>
                  <a:srgbClr val="E3474E"/>
                </a:solidFill>
                <a:latin typeface="Arial"/>
                <a:ea typeface="Arial"/>
                <a:cs typeface="Arial"/>
              </a:rPr>
              <a:t>COMPARE</a:t>
            </a:r>
          </a:p>
        </p:txBody>
      </p:sp>
      <p:sp>
        <p:nvSpPr>
          <p:cNvPr id="24" name="shape-84">
            <a:extLst xmlns:a="http://schemas.openxmlformats.org/drawingml/2006/main">
              <a:ext uri="{FF2B5EF4-FFF2-40B4-BE49-F238E27FC236}">
                <a16:creationId xmlns:a16="http://schemas.microsoft.com/office/drawing/2014/main" id="{5F24CD7A-BE44-4DEF-85BF-F368CC2730F1}"/>
              </a:ext>
            </a:extLst>
          </p:cNvPr>
          <p:cNvSpPr>
            <a:spLocks xmlns:a="http://schemas.openxmlformats.org/drawingml/2006/main" noGrp="1"/>
          </p:cNvSpPr>
          <p:nvPr/>
        </p:nvSpPr>
        <p:spPr>
          <a:xfrm xmlns:a="http://schemas.openxmlformats.org/drawingml/2006/main">
            <a:off x="5200650" y="276225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46"/>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Measure change against this senior’s own history, not only a population average.</a:t>
            </a:r>
          </a:p>
        </p:txBody>
      </p:sp>
      <p:sp>
        <p:nvSpPr>
          <p:cNvPr id="25" name="shape-85">
            <a:extLst xmlns:a="http://schemas.openxmlformats.org/drawingml/2006/main">
              <a:ext uri="{FF2B5EF4-FFF2-40B4-BE49-F238E27FC236}">
                <a16:creationId xmlns:a16="http://schemas.microsoft.com/office/drawing/2014/main" id="{17E1C21F-FF84-498D-9A89-B31E9FEC7A81}"/>
              </a:ext>
            </a:extLst>
          </p:cNvPr>
          <p:cNvSpPr>
            <a:spLocks xmlns:a="http://schemas.openxmlformats.org/drawingml/2006/main" noGrp="1"/>
          </p:cNvSpPr>
          <p:nvPr/>
        </p:nvSpPr>
        <p:spPr>
          <a:xfrm xmlns:a="http://schemas.openxmlformats.org/drawingml/2006/main">
            <a:off x="6981825" y="2505075"/>
            <a:ext cx="209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19"/>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26" name="shape-86">
            <a:extLst xmlns:a="http://schemas.openxmlformats.org/drawingml/2006/main">
              <a:ext uri="{FF2B5EF4-FFF2-40B4-BE49-F238E27FC236}">
                <a16:creationId xmlns:a16="http://schemas.microsoft.com/office/drawing/2014/main" id="{8A0B00C9-831F-42F4-875F-AF46751B3A00}"/>
              </a:ext>
            </a:extLst>
          </p:cNvPr>
          <p:cNvSpPr>
            <a:spLocks xmlns:a="http://schemas.openxmlformats.org/drawingml/2006/main" noGrp="1"/>
          </p:cNvSpPr>
          <p:nvPr/>
        </p:nvSpPr>
        <p:spPr>
          <a:xfrm xmlns:a="http://schemas.openxmlformats.org/drawingml/2006/main">
            <a:off x="7200900" y="1809750"/>
            <a:ext cx="1943100" cy="1752600"/>
          </a:xfrm>
          <a:prstGeom xmlns:a="http://schemas.openxmlformats.org/drawingml/2006/main" prst="roundRect">
            <a:avLst>
              <a:gd name="adj" fmla="val 5435"/>
            </a:avLst>
          </a:prstGeom>
          <a:solidFill xmlns:a="http://schemas.openxmlformats.org/drawingml/2006/main">
            <a:srgbClr val="14161A"/>
          </a:solidFill>
          <a:ln xmlns:a="http://schemas.openxmlformats.org/drawingml/2006/main" w="9525">
            <a:solidFill>
              <a:srgbClr val="34373D"/>
            </a:solidFill>
            <a:prstDash val="solid"/>
          </a:ln>
        </p:spPr>
      </p:sp>
      <p:sp>
        <p:nvSpPr>
          <p:cNvPr id="27" name="shape-87">
            <a:extLst xmlns:a="http://schemas.openxmlformats.org/drawingml/2006/main">
              <a:ext uri="{FF2B5EF4-FFF2-40B4-BE49-F238E27FC236}">
                <a16:creationId xmlns:a16="http://schemas.microsoft.com/office/drawing/2014/main" id="{5ECE5170-99FA-44E5-AA7A-4CC02F28822E}"/>
              </a:ext>
            </a:extLst>
          </p:cNvPr>
          <p:cNvSpPr>
            <a:spLocks xmlns:a="http://schemas.openxmlformats.org/drawingml/2006/main" noGrp="1"/>
          </p:cNvSpPr>
          <p:nvPr/>
        </p:nvSpPr>
        <p:spPr>
          <a:xfrm xmlns:a="http://schemas.openxmlformats.org/drawingml/2006/main">
            <a:off x="7372350" y="1981200"/>
            <a:ext cx="323850" cy="323850"/>
          </a:xfrm>
          <a:prstGeom xmlns:a="http://schemas.openxmlformats.org/drawingml/2006/main" prst="ellipse">
            <a:avLst/>
          </a:prstGeom>
          <a:solidFill xmlns:a="http://schemas.openxmlformats.org/drawingml/2006/main">
            <a:srgbClr val="321719"/>
          </a:solidFill>
          <a:ln xmlns:a="http://schemas.openxmlformats.org/drawingml/2006/main" w="9525">
            <a:solidFill>
              <a:srgbClr val="743036"/>
            </a:solidFill>
            <a:prstDash val="solid"/>
          </a:ln>
        </p:spPr>
      </p:sp>
      <p:sp>
        <p:nvSpPr>
          <p:cNvPr id="28" name="shape-88">
            <a:extLst xmlns:a="http://schemas.openxmlformats.org/drawingml/2006/main">
              <a:ext uri="{FF2B5EF4-FFF2-40B4-BE49-F238E27FC236}">
                <a16:creationId xmlns:a16="http://schemas.microsoft.com/office/drawing/2014/main" id="{FFC85B5F-A666-4DCE-BE54-57D18A242EDD}"/>
              </a:ext>
            </a:extLst>
          </p:cNvPr>
          <p:cNvSpPr>
            <a:spLocks xmlns:a="http://schemas.openxmlformats.org/drawingml/2006/main" noGrp="1"/>
          </p:cNvSpPr>
          <p:nvPr/>
        </p:nvSpPr>
        <p:spPr>
          <a:xfrm xmlns:a="http://schemas.openxmlformats.org/drawingml/2006/main">
            <a:off x="7372350" y="2057400"/>
            <a:ext cx="323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5F2F0"/>
                </a:solidFill>
                <a:latin typeface="Arial"/>
                <a:ea typeface="Arial"/>
                <a:cs typeface="Arial"/>
              </a:defRPr>
            </a:defPPr>
            <a:lvl1pPr algn="ctr">
              <a:defRPr sz="975" b="1">
                <a:solidFill>
                  <a:srgbClr val="F5F2F0"/>
                </a:solidFill>
                <a:latin typeface="Arial"/>
                <a:ea typeface="Arial"/>
                <a:cs typeface="Arial"/>
              </a:defRPr>
            </a:lvl1pPr>
            <a:lvl2pPr algn="ctr">
              <a:defRPr sz="975" b="1">
                <a:solidFill>
                  <a:srgbClr val="F5F2F0"/>
                </a:solidFill>
                <a:latin typeface="Arial"/>
                <a:ea typeface="Arial"/>
                <a:cs typeface="Arial"/>
              </a:defRPr>
            </a:lvl2pPr>
            <a:lvl3pPr algn="ctr">
              <a:defRPr sz="975" b="1">
                <a:solidFill>
                  <a:srgbClr val="F5F2F0"/>
                </a:solidFill>
                <a:latin typeface="Arial"/>
                <a:ea typeface="Arial"/>
                <a:cs typeface="Arial"/>
              </a:defRPr>
            </a:lvl3pPr>
            <a:lvl4pPr algn="ctr">
              <a:defRPr sz="975" b="1">
                <a:solidFill>
                  <a:srgbClr val="F5F2F0"/>
                </a:solidFill>
                <a:latin typeface="Arial"/>
                <a:ea typeface="Arial"/>
                <a:cs typeface="Arial"/>
              </a:defRPr>
            </a:lvl4pPr>
            <a:lvl5pPr algn="ctr">
              <a:defRPr sz="975" b="1">
                <a:solidFill>
                  <a:srgbClr val="F5F2F0"/>
                </a:solidFill>
                <a:latin typeface="Arial"/>
                <a:ea typeface="Arial"/>
                <a:cs typeface="Arial"/>
              </a:defRPr>
            </a:lvl5pPr>
            <a:lvl6pPr algn="ctr">
              <a:defRPr sz="975" b="1">
                <a:solidFill>
                  <a:srgbClr val="F5F2F0"/>
                </a:solidFill>
                <a:latin typeface="Arial"/>
                <a:ea typeface="Arial"/>
                <a:cs typeface="Arial"/>
              </a:defRPr>
            </a:lvl6pPr>
            <a:lvl7pPr algn="ctr">
              <a:defRPr sz="975" b="1">
                <a:solidFill>
                  <a:srgbClr val="F5F2F0"/>
                </a:solidFill>
                <a:latin typeface="Arial"/>
                <a:ea typeface="Arial"/>
                <a:cs typeface="Arial"/>
              </a:defRPr>
            </a:lvl7pPr>
            <a:lvl8pPr algn="ctr">
              <a:defRPr sz="975" b="1">
                <a:solidFill>
                  <a:srgbClr val="F5F2F0"/>
                </a:solidFill>
                <a:latin typeface="Arial"/>
                <a:ea typeface="Arial"/>
                <a:cs typeface="Arial"/>
              </a:defRPr>
            </a:lvl8pPr>
            <a:lvl9pPr algn="ctr">
              <a:defRPr sz="975" b="1">
                <a:solidFill>
                  <a:srgbClr val="F5F2F0"/>
                </a:solidFill>
                <a:latin typeface="Arial"/>
                <a:ea typeface="Arial"/>
                <a:cs typeface="Arial"/>
              </a:defRPr>
            </a:lvl9pPr>
          </a:lstStyle>
          <a:p xmlns:a="http://schemas.openxmlformats.org/drawingml/2006/main">
            <a:pPr algn="ctr">
              <a:defRPr sz="975" b="1">
                <a:solidFill>
                  <a:srgbClr val="F5F2F0"/>
                </a:solidFill>
                <a:latin typeface="Arial"/>
                <a:ea typeface="Arial"/>
                <a:cs typeface="Arial"/>
              </a:defRPr>
            </a:pPr>
            <a:r>
              <a:rPr sz="975" b="1">
                <a:solidFill>
                  <a:srgbClr val="F5F2F0"/>
                </a:solidFill>
                <a:latin typeface="Arial"/>
                <a:ea typeface="Arial"/>
                <a:cs typeface="Arial"/>
              </a:rPr>
              <a:t>04</a:t>
            </a:r>
          </a:p>
        </p:txBody>
      </p:sp>
      <p:sp>
        <p:nvSpPr>
          <p:cNvPr id="29" name="shape-89">
            <a:extLst xmlns:a="http://schemas.openxmlformats.org/drawingml/2006/main">
              <a:ext uri="{FF2B5EF4-FFF2-40B4-BE49-F238E27FC236}">
                <a16:creationId xmlns:a16="http://schemas.microsoft.com/office/drawing/2014/main" id="{DAE4C5EB-1B95-4CFF-8BD8-727080D8469A}"/>
              </a:ext>
            </a:extLst>
          </p:cNvPr>
          <p:cNvSpPr>
            <a:spLocks xmlns:a="http://schemas.openxmlformats.org/drawingml/2006/main" noGrp="1"/>
          </p:cNvSpPr>
          <p:nvPr/>
        </p:nvSpPr>
        <p:spPr>
          <a:xfrm xmlns:a="http://schemas.openxmlformats.org/drawingml/2006/main">
            <a:off x="7372350" y="2457450"/>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3474E"/>
                </a:solidFill>
                <a:latin typeface="Arial"/>
                <a:ea typeface="Arial"/>
                <a:cs typeface="Arial"/>
              </a:defRPr>
            </a:defPPr>
            <a:lvl1pPr algn="l">
              <a:defRPr sz="1350" b="1">
                <a:solidFill>
                  <a:srgbClr val="E3474E"/>
                </a:solidFill>
                <a:latin typeface="Arial"/>
                <a:ea typeface="Arial"/>
                <a:cs typeface="Arial"/>
              </a:defRPr>
            </a:lvl1pPr>
            <a:lvl2pPr algn="l">
              <a:defRPr sz="1350" b="1">
                <a:solidFill>
                  <a:srgbClr val="E3474E"/>
                </a:solidFill>
                <a:latin typeface="Arial"/>
                <a:ea typeface="Arial"/>
                <a:cs typeface="Arial"/>
              </a:defRPr>
            </a:lvl2pPr>
            <a:lvl3pPr algn="l">
              <a:defRPr sz="1350" b="1">
                <a:solidFill>
                  <a:srgbClr val="E3474E"/>
                </a:solidFill>
                <a:latin typeface="Arial"/>
                <a:ea typeface="Arial"/>
                <a:cs typeface="Arial"/>
              </a:defRPr>
            </a:lvl3pPr>
            <a:lvl4pPr algn="l">
              <a:defRPr sz="1350" b="1">
                <a:solidFill>
                  <a:srgbClr val="E3474E"/>
                </a:solidFill>
                <a:latin typeface="Arial"/>
                <a:ea typeface="Arial"/>
                <a:cs typeface="Arial"/>
              </a:defRPr>
            </a:lvl4pPr>
            <a:lvl5pPr algn="l">
              <a:defRPr sz="1350" b="1">
                <a:solidFill>
                  <a:srgbClr val="E3474E"/>
                </a:solidFill>
                <a:latin typeface="Arial"/>
                <a:ea typeface="Arial"/>
                <a:cs typeface="Arial"/>
              </a:defRPr>
            </a:lvl5pPr>
            <a:lvl6pPr algn="l">
              <a:defRPr sz="1350" b="1">
                <a:solidFill>
                  <a:srgbClr val="E3474E"/>
                </a:solidFill>
                <a:latin typeface="Arial"/>
                <a:ea typeface="Arial"/>
                <a:cs typeface="Arial"/>
              </a:defRPr>
            </a:lvl6pPr>
            <a:lvl7pPr algn="l">
              <a:defRPr sz="1350" b="1">
                <a:solidFill>
                  <a:srgbClr val="E3474E"/>
                </a:solidFill>
                <a:latin typeface="Arial"/>
                <a:ea typeface="Arial"/>
                <a:cs typeface="Arial"/>
              </a:defRPr>
            </a:lvl7pPr>
            <a:lvl8pPr algn="l">
              <a:defRPr sz="1350" b="1">
                <a:solidFill>
                  <a:srgbClr val="E3474E"/>
                </a:solidFill>
                <a:latin typeface="Arial"/>
                <a:ea typeface="Arial"/>
                <a:cs typeface="Arial"/>
              </a:defRPr>
            </a:lvl8pPr>
            <a:lvl9pPr algn="l">
              <a:defRPr sz="1350" b="1">
                <a:solidFill>
                  <a:srgbClr val="E3474E"/>
                </a:solidFill>
                <a:latin typeface="Arial"/>
                <a:ea typeface="Arial"/>
                <a:cs typeface="Arial"/>
              </a:defRPr>
            </a:lvl9pPr>
          </a:lstStyle>
          <a:p xmlns:a="http://schemas.openxmlformats.org/drawingml/2006/main">
            <a:pPr algn="l">
              <a:defRPr sz="1350" b="1">
                <a:solidFill>
                  <a:srgbClr val="E3474E"/>
                </a:solidFill>
                <a:latin typeface="Arial"/>
                <a:ea typeface="Arial"/>
                <a:cs typeface="Arial"/>
              </a:defRPr>
            </a:pPr>
            <a:r>
              <a:rPr sz="1350" b="1">
                <a:solidFill>
                  <a:srgbClr val="E3474E"/>
                </a:solidFill>
                <a:latin typeface="Arial"/>
                <a:ea typeface="Arial"/>
                <a:cs typeface="Arial"/>
              </a:rPr>
              <a:t>EXPLAIN</a:t>
            </a:r>
          </a:p>
        </p:txBody>
      </p:sp>
      <p:sp>
        <p:nvSpPr>
          <p:cNvPr id="30" name="shape-90">
            <a:extLst xmlns:a="http://schemas.openxmlformats.org/drawingml/2006/main">
              <a:ext uri="{FF2B5EF4-FFF2-40B4-BE49-F238E27FC236}">
                <a16:creationId xmlns:a16="http://schemas.microsoft.com/office/drawing/2014/main" id="{B5F5DCA2-8D0A-42EE-A331-8CAB06195423}"/>
              </a:ext>
            </a:extLst>
          </p:cNvPr>
          <p:cNvSpPr>
            <a:spLocks xmlns:a="http://schemas.openxmlformats.org/drawingml/2006/main" noGrp="1"/>
          </p:cNvSpPr>
          <p:nvPr/>
        </p:nvSpPr>
        <p:spPr>
          <a:xfrm xmlns:a="http://schemas.openxmlformats.org/drawingml/2006/main">
            <a:off x="7372350" y="276225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3"/>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Show urgency, top dated reasons and a suggested check-in or escalation.</a:t>
            </a:r>
          </a:p>
        </p:txBody>
      </p:sp>
      <p:sp>
        <p:nvSpPr>
          <p:cNvPr id="31" name="shape-91">
            <a:extLst xmlns:a="http://schemas.openxmlformats.org/drawingml/2006/main">
              <a:ext uri="{FF2B5EF4-FFF2-40B4-BE49-F238E27FC236}">
                <a16:creationId xmlns:a16="http://schemas.microsoft.com/office/drawing/2014/main" id="{354E47C4-7C19-4B93-95BD-5E5098079776}"/>
              </a:ext>
            </a:extLst>
          </p:cNvPr>
          <p:cNvSpPr>
            <a:spLocks xmlns:a="http://schemas.openxmlformats.org/drawingml/2006/main" noGrp="1"/>
          </p:cNvSpPr>
          <p:nvPr/>
        </p:nvSpPr>
        <p:spPr>
          <a:xfrm xmlns:a="http://schemas.openxmlformats.org/drawingml/2006/main">
            <a:off x="9153525" y="2505075"/>
            <a:ext cx="209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19"/>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32" name="shape-92">
            <a:extLst xmlns:a="http://schemas.openxmlformats.org/drawingml/2006/main">
              <a:ext uri="{FF2B5EF4-FFF2-40B4-BE49-F238E27FC236}">
                <a16:creationId xmlns:a16="http://schemas.microsoft.com/office/drawing/2014/main" id="{AE42F29B-AF87-4E95-B421-A02CC9A432CD}"/>
              </a:ext>
            </a:extLst>
          </p:cNvPr>
          <p:cNvSpPr>
            <a:spLocks xmlns:a="http://schemas.openxmlformats.org/drawingml/2006/main" noGrp="1"/>
          </p:cNvSpPr>
          <p:nvPr/>
        </p:nvSpPr>
        <p:spPr>
          <a:xfrm xmlns:a="http://schemas.openxmlformats.org/drawingml/2006/main">
            <a:off x="9372600" y="1809750"/>
            <a:ext cx="1943100" cy="1752600"/>
          </a:xfrm>
          <a:prstGeom xmlns:a="http://schemas.openxmlformats.org/drawingml/2006/main" prst="roundRect">
            <a:avLst>
              <a:gd name="adj" fmla="val 5435"/>
            </a:avLst>
          </a:prstGeom>
          <a:solidFill xmlns:a="http://schemas.openxmlformats.org/drawingml/2006/main">
            <a:srgbClr val="14161A"/>
          </a:solidFill>
          <a:ln xmlns:a="http://schemas.openxmlformats.org/drawingml/2006/main" w="9525">
            <a:solidFill>
              <a:srgbClr val="34373D"/>
            </a:solidFill>
            <a:prstDash val="solid"/>
          </a:ln>
        </p:spPr>
      </p:sp>
      <p:sp>
        <p:nvSpPr>
          <p:cNvPr id="33" name="shape-93">
            <a:extLst xmlns:a="http://schemas.openxmlformats.org/drawingml/2006/main">
              <a:ext uri="{FF2B5EF4-FFF2-40B4-BE49-F238E27FC236}">
                <a16:creationId xmlns:a16="http://schemas.microsoft.com/office/drawing/2014/main" id="{DE279089-D4F1-423E-ABE1-2307A2B54D29}"/>
              </a:ext>
            </a:extLst>
          </p:cNvPr>
          <p:cNvSpPr>
            <a:spLocks xmlns:a="http://schemas.openxmlformats.org/drawingml/2006/main" noGrp="1"/>
          </p:cNvSpPr>
          <p:nvPr/>
        </p:nvSpPr>
        <p:spPr>
          <a:xfrm xmlns:a="http://schemas.openxmlformats.org/drawingml/2006/main">
            <a:off x="9544050" y="1981200"/>
            <a:ext cx="323850" cy="323850"/>
          </a:xfrm>
          <a:prstGeom xmlns:a="http://schemas.openxmlformats.org/drawingml/2006/main" prst="ellipse">
            <a:avLst/>
          </a:prstGeom>
          <a:solidFill xmlns:a="http://schemas.openxmlformats.org/drawingml/2006/main">
            <a:srgbClr val="321719"/>
          </a:solidFill>
          <a:ln xmlns:a="http://schemas.openxmlformats.org/drawingml/2006/main" w="9525">
            <a:solidFill>
              <a:srgbClr val="743036"/>
            </a:solidFill>
            <a:prstDash val="solid"/>
          </a:ln>
        </p:spPr>
      </p:sp>
      <p:sp>
        <p:nvSpPr>
          <p:cNvPr id="34" name="shape-94">
            <a:extLst xmlns:a="http://schemas.openxmlformats.org/drawingml/2006/main">
              <a:ext uri="{FF2B5EF4-FFF2-40B4-BE49-F238E27FC236}">
                <a16:creationId xmlns:a16="http://schemas.microsoft.com/office/drawing/2014/main" id="{78E498CF-A4DB-479E-A70F-B18B83CFAAB8}"/>
              </a:ext>
            </a:extLst>
          </p:cNvPr>
          <p:cNvSpPr>
            <a:spLocks xmlns:a="http://schemas.openxmlformats.org/drawingml/2006/main" noGrp="1"/>
          </p:cNvSpPr>
          <p:nvPr/>
        </p:nvSpPr>
        <p:spPr>
          <a:xfrm xmlns:a="http://schemas.openxmlformats.org/drawingml/2006/main">
            <a:off x="9544050" y="2057400"/>
            <a:ext cx="323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5F2F0"/>
                </a:solidFill>
                <a:latin typeface="Arial"/>
                <a:ea typeface="Arial"/>
                <a:cs typeface="Arial"/>
              </a:defRPr>
            </a:defPPr>
            <a:lvl1pPr algn="ctr">
              <a:defRPr sz="975" b="1">
                <a:solidFill>
                  <a:srgbClr val="F5F2F0"/>
                </a:solidFill>
                <a:latin typeface="Arial"/>
                <a:ea typeface="Arial"/>
                <a:cs typeface="Arial"/>
              </a:defRPr>
            </a:lvl1pPr>
            <a:lvl2pPr algn="ctr">
              <a:defRPr sz="975" b="1">
                <a:solidFill>
                  <a:srgbClr val="F5F2F0"/>
                </a:solidFill>
                <a:latin typeface="Arial"/>
                <a:ea typeface="Arial"/>
                <a:cs typeface="Arial"/>
              </a:defRPr>
            </a:lvl2pPr>
            <a:lvl3pPr algn="ctr">
              <a:defRPr sz="975" b="1">
                <a:solidFill>
                  <a:srgbClr val="F5F2F0"/>
                </a:solidFill>
                <a:latin typeface="Arial"/>
                <a:ea typeface="Arial"/>
                <a:cs typeface="Arial"/>
              </a:defRPr>
            </a:lvl3pPr>
            <a:lvl4pPr algn="ctr">
              <a:defRPr sz="975" b="1">
                <a:solidFill>
                  <a:srgbClr val="F5F2F0"/>
                </a:solidFill>
                <a:latin typeface="Arial"/>
                <a:ea typeface="Arial"/>
                <a:cs typeface="Arial"/>
              </a:defRPr>
            </a:lvl4pPr>
            <a:lvl5pPr algn="ctr">
              <a:defRPr sz="975" b="1">
                <a:solidFill>
                  <a:srgbClr val="F5F2F0"/>
                </a:solidFill>
                <a:latin typeface="Arial"/>
                <a:ea typeface="Arial"/>
                <a:cs typeface="Arial"/>
              </a:defRPr>
            </a:lvl5pPr>
            <a:lvl6pPr algn="ctr">
              <a:defRPr sz="975" b="1">
                <a:solidFill>
                  <a:srgbClr val="F5F2F0"/>
                </a:solidFill>
                <a:latin typeface="Arial"/>
                <a:ea typeface="Arial"/>
                <a:cs typeface="Arial"/>
              </a:defRPr>
            </a:lvl6pPr>
            <a:lvl7pPr algn="ctr">
              <a:defRPr sz="975" b="1">
                <a:solidFill>
                  <a:srgbClr val="F5F2F0"/>
                </a:solidFill>
                <a:latin typeface="Arial"/>
                <a:ea typeface="Arial"/>
                <a:cs typeface="Arial"/>
              </a:defRPr>
            </a:lvl7pPr>
            <a:lvl8pPr algn="ctr">
              <a:defRPr sz="975" b="1">
                <a:solidFill>
                  <a:srgbClr val="F5F2F0"/>
                </a:solidFill>
                <a:latin typeface="Arial"/>
                <a:ea typeface="Arial"/>
                <a:cs typeface="Arial"/>
              </a:defRPr>
            </a:lvl8pPr>
            <a:lvl9pPr algn="ctr">
              <a:defRPr sz="975" b="1">
                <a:solidFill>
                  <a:srgbClr val="F5F2F0"/>
                </a:solidFill>
                <a:latin typeface="Arial"/>
                <a:ea typeface="Arial"/>
                <a:cs typeface="Arial"/>
              </a:defRPr>
            </a:lvl9pPr>
          </a:lstStyle>
          <a:p xmlns:a="http://schemas.openxmlformats.org/drawingml/2006/main">
            <a:pPr algn="ctr">
              <a:defRPr sz="975" b="1">
                <a:solidFill>
                  <a:srgbClr val="F5F2F0"/>
                </a:solidFill>
                <a:latin typeface="Arial"/>
                <a:ea typeface="Arial"/>
                <a:cs typeface="Arial"/>
              </a:defRPr>
            </a:pPr>
            <a:r>
              <a:rPr sz="975" b="1">
                <a:solidFill>
                  <a:srgbClr val="F5F2F0"/>
                </a:solidFill>
                <a:latin typeface="Arial"/>
                <a:ea typeface="Arial"/>
                <a:cs typeface="Arial"/>
              </a:rPr>
              <a:t>05</a:t>
            </a:r>
          </a:p>
        </p:txBody>
      </p:sp>
      <p:sp>
        <p:nvSpPr>
          <p:cNvPr id="35" name="shape-95">
            <a:extLst xmlns:a="http://schemas.openxmlformats.org/drawingml/2006/main">
              <a:ext uri="{FF2B5EF4-FFF2-40B4-BE49-F238E27FC236}">
                <a16:creationId xmlns:a16="http://schemas.microsoft.com/office/drawing/2014/main" id="{21E4AF53-68A8-4CF7-BA48-1FF1EB59D2B8}"/>
              </a:ext>
            </a:extLst>
          </p:cNvPr>
          <p:cNvSpPr>
            <a:spLocks xmlns:a="http://schemas.openxmlformats.org/drawingml/2006/main" noGrp="1"/>
          </p:cNvSpPr>
          <p:nvPr/>
        </p:nvSpPr>
        <p:spPr>
          <a:xfrm xmlns:a="http://schemas.openxmlformats.org/drawingml/2006/main">
            <a:off x="9544050" y="2457450"/>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3474E"/>
                </a:solidFill>
                <a:latin typeface="Arial"/>
                <a:ea typeface="Arial"/>
                <a:cs typeface="Arial"/>
              </a:defRPr>
            </a:defPPr>
            <a:lvl1pPr algn="l">
              <a:defRPr sz="1350" b="1">
                <a:solidFill>
                  <a:srgbClr val="E3474E"/>
                </a:solidFill>
                <a:latin typeface="Arial"/>
                <a:ea typeface="Arial"/>
                <a:cs typeface="Arial"/>
              </a:defRPr>
            </a:lvl1pPr>
            <a:lvl2pPr algn="l">
              <a:defRPr sz="1350" b="1">
                <a:solidFill>
                  <a:srgbClr val="E3474E"/>
                </a:solidFill>
                <a:latin typeface="Arial"/>
                <a:ea typeface="Arial"/>
                <a:cs typeface="Arial"/>
              </a:defRPr>
            </a:lvl2pPr>
            <a:lvl3pPr algn="l">
              <a:defRPr sz="1350" b="1">
                <a:solidFill>
                  <a:srgbClr val="E3474E"/>
                </a:solidFill>
                <a:latin typeface="Arial"/>
                <a:ea typeface="Arial"/>
                <a:cs typeface="Arial"/>
              </a:defRPr>
            </a:lvl3pPr>
            <a:lvl4pPr algn="l">
              <a:defRPr sz="1350" b="1">
                <a:solidFill>
                  <a:srgbClr val="E3474E"/>
                </a:solidFill>
                <a:latin typeface="Arial"/>
                <a:ea typeface="Arial"/>
                <a:cs typeface="Arial"/>
              </a:defRPr>
            </a:lvl4pPr>
            <a:lvl5pPr algn="l">
              <a:defRPr sz="1350" b="1">
                <a:solidFill>
                  <a:srgbClr val="E3474E"/>
                </a:solidFill>
                <a:latin typeface="Arial"/>
                <a:ea typeface="Arial"/>
                <a:cs typeface="Arial"/>
              </a:defRPr>
            </a:lvl5pPr>
            <a:lvl6pPr algn="l">
              <a:defRPr sz="1350" b="1">
                <a:solidFill>
                  <a:srgbClr val="E3474E"/>
                </a:solidFill>
                <a:latin typeface="Arial"/>
                <a:ea typeface="Arial"/>
                <a:cs typeface="Arial"/>
              </a:defRPr>
            </a:lvl6pPr>
            <a:lvl7pPr algn="l">
              <a:defRPr sz="1350" b="1">
                <a:solidFill>
                  <a:srgbClr val="E3474E"/>
                </a:solidFill>
                <a:latin typeface="Arial"/>
                <a:ea typeface="Arial"/>
                <a:cs typeface="Arial"/>
              </a:defRPr>
            </a:lvl7pPr>
            <a:lvl8pPr algn="l">
              <a:defRPr sz="1350" b="1">
                <a:solidFill>
                  <a:srgbClr val="E3474E"/>
                </a:solidFill>
                <a:latin typeface="Arial"/>
                <a:ea typeface="Arial"/>
                <a:cs typeface="Arial"/>
              </a:defRPr>
            </a:lvl8pPr>
            <a:lvl9pPr algn="l">
              <a:defRPr sz="1350" b="1">
                <a:solidFill>
                  <a:srgbClr val="E3474E"/>
                </a:solidFill>
                <a:latin typeface="Arial"/>
                <a:ea typeface="Arial"/>
                <a:cs typeface="Arial"/>
              </a:defRPr>
            </a:lvl9pPr>
          </a:lstStyle>
          <a:p xmlns:a="http://schemas.openxmlformats.org/drawingml/2006/main">
            <a:pPr algn="l">
              <a:defRPr sz="1350" b="1">
                <a:solidFill>
                  <a:srgbClr val="E3474E"/>
                </a:solidFill>
                <a:latin typeface="Arial"/>
                <a:ea typeface="Arial"/>
                <a:cs typeface="Arial"/>
              </a:defRPr>
            </a:pPr>
            <a:r>
              <a:rPr sz="1350" b="1">
                <a:solidFill>
                  <a:srgbClr val="E3474E"/>
                </a:solidFill>
                <a:latin typeface="Arial"/>
                <a:ea typeface="Arial"/>
                <a:cs typeface="Arial"/>
              </a:rPr>
              <a:t>FOLLOW UP</a:t>
            </a:r>
          </a:p>
        </p:txBody>
      </p:sp>
      <p:sp>
        <p:nvSpPr>
          <p:cNvPr id="36" name="shape-96">
            <a:extLst xmlns:a="http://schemas.openxmlformats.org/drawingml/2006/main">
              <a:ext uri="{FF2B5EF4-FFF2-40B4-BE49-F238E27FC236}">
                <a16:creationId xmlns:a16="http://schemas.microsoft.com/office/drawing/2014/main" id="{677DD370-AE0D-4223-B50A-CE516A706BA4}"/>
              </a:ext>
            </a:extLst>
          </p:cNvPr>
          <p:cNvSpPr>
            <a:spLocks xmlns:a="http://schemas.openxmlformats.org/drawingml/2006/main" noGrp="1"/>
          </p:cNvSpPr>
          <p:nvPr/>
        </p:nvSpPr>
        <p:spPr>
          <a:xfrm xmlns:a="http://schemas.openxmlformats.org/drawingml/2006/main">
            <a:off x="9544050" y="276225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3"/>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Coordinator acts, records the outcome and shares only consented updates.</a:t>
            </a:r>
          </a:p>
        </p:txBody>
      </p:sp>
      <p:sp>
        <p:nvSpPr>
          <p:cNvPr id="37" name="shape-97">
            <a:extLst xmlns:a="http://schemas.openxmlformats.org/drawingml/2006/main">
              <a:ext uri="{FF2B5EF4-FFF2-40B4-BE49-F238E27FC236}">
                <a16:creationId xmlns:a16="http://schemas.microsoft.com/office/drawing/2014/main" id="{978FB414-4E1C-46CC-84E7-1DB2D2D9397A}"/>
              </a:ext>
            </a:extLst>
          </p:cNvPr>
          <p:cNvSpPr>
            <a:spLocks xmlns:a="http://schemas.openxmlformats.org/drawingml/2006/main" noGrp="1"/>
          </p:cNvSpPr>
          <p:nvPr/>
        </p:nvSpPr>
        <p:spPr>
          <a:xfrm xmlns:a="http://schemas.openxmlformats.org/drawingml/2006/main">
            <a:off x="685800" y="384810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ILLUSTRATIVE SYNTHETIC CASE  ·  NOT A REAL PATIENT OR OUTCOME</a:t>
            </a:r>
          </a:p>
        </p:txBody>
      </p:sp>
      <p:sp>
        <p:nvSpPr>
          <p:cNvPr id="38" name="shape-98">
            <a:extLst xmlns:a="http://schemas.openxmlformats.org/drawingml/2006/main">
              <a:ext uri="{FF2B5EF4-FFF2-40B4-BE49-F238E27FC236}">
                <a16:creationId xmlns:a16="http://schemas.microsoft.com/office/drawing/2014/main" id="{5C321951-4004-4A7B-A02A-432C8AA95F34}"/>
              </a:ext>
            </a:extLst>
          </p:cNvPr>
          <p:cNvSpPr>
            <a:spLocks xmlns:a="http://schemas.openxmlformats.org/drawingml/2006/main" noGrp="1"/>
          </p:cNvSpPr>
          <p:nvPr/>
        </p:nvSpPr>
        <p:spPr>
          <a:xfrm xmlns:a="http://schemas.openxmlformats.org/drawingml/2006/main">
            <a:off x="685800" y="4171950"/>
            <a:ext cx="5191125" cy="1676400"/>
          </a:xfrm>
          <a:prstGeom xmlns:a="http://schemas.openxmlformats.org/drawingml/2006/main" prst="roundRect">
            <a:avLst>
              <a:gd name="adj" fmla="val 5682"/>
            </a:avLst>
          </a:prstGeom>
          <a:solidFill xmlns:a="http://schemas.openxmlformats.org/drawingml/2006/main">
            <a:srgbClr val="14161A"/>
          </a:solidFill>
          <a:ln xmlns:a="http://schemas.openxmlformats.org/drawingml/2006/main" w="9525">
            <a:solidFill>
              <a:srgbClr val="34373D"/>
            </a:solidFill>
            <a:prstDash val="solid"/>
          </a:ln>
        </p:spPr>
      </p:sp>
      <p:sp>
        <p:nvSpPr>
          <p:cNvPr id="39" name="shape-99">
            <a:extLst xmlns:a="http://schemas.openxmlformats.org/drawingml/2006/main">
              <a:ext uri="{FF2B5EF4-FFF2-40B4-BE49-F238E27FC236}">
                <a16:creationId xmlns:a16="http://schemas.microsoft.com/office/drawing/2014/main" id="{E5434E38-5EB8-4E47-922D-7928C64A930E}"/>
              </a:ext>
            </a:extLst>
          </p:cNvPr>
          <p:cNvSpPr>
            <a:spLocks xmlns:a="http://schemas.openxmlformats.org/drawingml/2006/main" noGrp="1"/>
          </p:cNvSpPr>
          <p:nvPr/>
        </p:nvSpPr>
        <p:spPr>
          <a:xfrm xmlns:a="http://schemas.openxmlformats.org/drawingml/2006/main">
            <a:off x="914400" y="4400550"/>
            <a:ext cx="4572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5F2F0"/>
                </a:solidFill>
                <a:latin typeface="Arial"/>
                <a:ea typeface="Arial"/>
                <a:cs typeface="Arial"/>
              </a:defRPr>
            </a:defPPr>
            <a:lvl1pPr algn="l">
              <a:defRPr sz="1500" b="1">
                <a:solidFill>
                  <a:srgbClr val="F5F2F0"/>
                </a:solidFill>
                <a:latin typeface="Arial"/>
                <a:ea typeface="Arial"/>
                <a:cs typeface="Arial"/>
              </a:defRPr>
            </a:lvl1pPr>
            <a:lvl2pPr algn="l">
              <a:defRPr sz="1500" b="1">
                <a:solidFill>
                  <a:srgbClr val="F5F2F0"/>
                </a:solidFill>
                <a:latin typeface="Arial"/>
                <a:ea typeface="Arial"/>
                <a:cs typeface="Arial"/>
              </a:defRPr>
            </a:lvl2pPr>
            <a:lvl3pPr algn="l">
              <a:defRPr sz="1500" b="1">
                <a:solidFill>
                  <a:srgbClr val="F5F2F0"/>
                </a:solidFill>
                <a:latin typeface="Arial"/>
                <a:ea typeface="Arial"/>
                <a:cs typeface="Arial"/>
              </a:defRPr>
            </a:lvl3pPr>
            <a:lvl4pPr algn="l">
              <a:defRPr sz="1500" b="1">
                <a:solidFill>
                  <a:srgbClr val="F5F2F0"/>
                </a:solidFill>
                <a:latin typeface="Arial"/>
                <a:ea typeface="Arial"/>
                <a:cs typeface="Arial"/>
              </a:defRPr>
            </a:lvl4pPr>
            <a:lvl5pPr algn="l">
              <a:defRPr sz="1500" b="1">
                <a:solidFill>
                  <a:srgbClr val="F5F2F0"/>
                </a:solidFill>
                <a:latin typeface="Arial"/>
                <a:ea typeface="Arial"/>
                <a:cs typeface="Arial"/>
              </a:defRPr>
            </a:lvl5pPr>
            <a:lvl6pPr algn="l">
              <a:defRPr sz="1500" b="1">
                <a:solidFill>
                  <a:srgbClr val="F5F2F0"/>
                </a:solidFill>
                <a:latin typeface="Arial"/>
                <a:ea typeface="Arial"/>
                <a:cs typeface="Arial"/>
              </a:defRPr>
            </a:lvl6pPr>
            <a:lvl7pPr algn="l">
              <a:defRPr sz="1500" b="1">
                <a:solidFill>
                  <a:srgbClr val="F5F2F0"/>
                </a:solidFill>
                <a:latin typeface="Arial"/>
                <a:ea typeface="Arial"/>
                <a:cs typeface="Arial"/>
              </a:defRPr>
            </a:lvl7pPr>
            <a:lvl8pPr algn="l">
              <a:defRPr sz="1500" b="1">
                <a:solidFill>
                  <a:srgbClr val="F5F2F0"/>
                </a:solidFill>
                <a:latin typeface="Arial"/>
                <a:ea typeface="Arial"/>
                <a:cs typeface="Arial"/>
              </a:defRPr>
            </a:lvl8pPr>
            <a:lvl9pPr algn="l">
              <a:defRPr sz="1500" b="1">
                <a:solidFill>
                  <a:srgbClr val="F5F2F0"/>
                </a:solidFill>
                <a:latin typeface="Arial"/>
                <a:ea typeface="Arial"/>
                <a:cs typeface="Arial"/>
              </a:defRPr>
            </a:lvl9pPr>
          </a:lstStyle>
          <a:p xmlns:a="http://schemas.openxmlformats.org/drawingml/2006/main">
            <a:pPr algn="l">
              <a:defRPr sz="1500" b="1">
                <a:solidFill>
                  <a:srgbClr val="F5F2F0"/>
                </a:solidFill>
                <a:latin typeface="Arial"/>
                <a:ea typeface="Arial"/>
                <a:cs typeface="Arial"/>
              </a:defRPr>
            </a:pPr>
            <a:r>
              <a:rPr sz="1500" b="1">
                <a:solidFill>
                  <a:srgbClr val="F5F2F0"/>
                </a:solidFill>
                <a:latin typeface="Arial"/>
                <a:ea typeface="Arial"/>
                <a:cs typeface="Arial"/>
              </a:rPr>
              <a:t>What changed</a:t>
            </a:r>
          </a:p>
        </p:txBody>
      </p:sp>
      <p:sp>
        <p:nvSpPr>
          <p:cNvPr id="40" name="shape-100">
            <a:extLst xmlns:a="http://schemas.openxmlformats.org/drawingml/2006/main">
              <a:ext uri="{FF2B5EF4-FFF2-40B4-BE49-F238E27FC236}">
                <a16:creationId xmlns:a16="http://schemas.microsoft.com/office/drawing/2014/main" id="{88764CF4-AC11-4864-A909-3753FF320DCB}"/>
              </a:ext>
            </a:extLst>
          </p:cNvPr>
          <p:cNvSpPr>
            <a:spLocks xmlns:a="http://schemas.openxmlformats.org/drawingml/2006/main" noGrp="1"/>
          </p:cNvSpPr>
          <p:nvPr/>
        </p:nvSpPr>
        <p:spPr>
          <a:xfrm xmlns:a="http://schemas.openxmlformats.org/drawingml/2006/main">
            <a:off x="914400" y="4781550"/>
            <a:ext cx="4619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B9BBC1"/>
                </a:solidFill>
                <a:latin typeface="Arial"/>
                <a:ea typeface="Arial"/>
                <a:cs typeface="Arial"/>
              </a:defRPr>
            </a:defPPr>
            <a:lvl1pPr algn="l">
              <a:defRPr sz="1350" b="0">
                <a:solidFill>
                  <a:srgbClr val="B9BBC1"/>
                </a:solidFill>
                <a:latin typeface="Arial"/>
                <a:ea typeface="Arial"/>
                <a:cs typeface="Arial"/>
              </a:defRPr>
            </a:lvl1pPr>
            <a:lvl2pPr algn="l">
              <a:defRPr sz="1350" b="0">
                <a:solidFill>
                  <a:srgbClr val="B9BBC1"/>
                </a:solidFill>
                <a:latin typeface="Arial"/>
                <a:ea typeface="Arial"/>
                <a:cs typeface="Arial"/>
              </a:defRPr>
            </a:lvl2pPr>
            <a:lvl3pPr algn="l">
              <a:defRPr sz="1350" b="0">
                <a:solidFill>
                  <a:srgbClr val="B9BBC1"/>
                </a:solidFill>
                <a:latin typeface="Arial"/>
                <a:ea typeface="Arial"/>
                <a:cs typeface="Arial"/>
              </a:defRPr>
            </a:lvl3pPr>
            <a:lvl4pPr algn="l">
              <a:defRPr sz="1350" b="0">
                <a:solidFill>
                  <a:srgbClr val="B9BBC1"/>
                </a:solidFill>
                <a:latin typeface="Arial"/>
                <a:ea typeface="Arial"/>
                <a:cs typeface="Arial"/>
              </a:defRPr>
            </a:lvl4pPr>
            <a:lvl5pPr algn="l">
              <a:defRPr sz="1350" b="0">
                <a:solidFill>
                  <a:srgbClr val="B9BBC1"/>
                </a:solidFill>
                <a:latin typeface="Arial"/>
                <a:ea typeface="Arial"/>
                <a:cs typeface="Arial"/>
              </a:defRPr>
            </a:lvl5pPr>
            <a:lvl6pPr algn="l">
              <a:defRPr sz="1350" b="0">
                <a:solidFill>
                  <a:srgbClr val="B9BBC1"/>
                </a:solidFill>
                <a:latin typeface="Arial"/>
                <a:ea typeface="Arial"/>
                <a:cs typeface="Arial"/>
              </a:defRPr>
            </a:lvl6pPr>
            <a:lvl7pPr algn="l">
              <a:defRPr sz="1350" b="0">
                <a:solidFill>
                  <a:srgbClr val="B9BBC1"/>
                </a:solidFill>
                <a:latin typeface="Arial"/>
                <a:ea typeface="Arial"/>
                <a:cs typeface="Arial"/>
              </a:defRPr>
            </a:lvl7pPr>
            <a:lvl8pPr algn="l">
              <a:defRPr sz="1350" b="0">
                <a:solidFill>
                  <a:srgbClr val="B9BBC1"/>
                </a:solidFill>
                <a:latin typeface="Arial"/>
                <a:ea typeface="Arial"/>
                <a:cs typeface="Arial"/>
              </a:defRPr>
            </a:lvl8pPr>
            <a:lvl9pPr algn="l">
              <a:defRPr sz="1350" b="0">
                <a:solidFill>
                  <a:srgbClr val="B9BBC1"/>
                </a:solidFill>
                <a:latin typeface="Arial"/>
                <a:ea typeface="Arial"/>
                <a:cs typeface="Arial"/>
              </a:defRPr>
            </a:lvl9pPr>
          </a:lstStyle>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Call note: “I have been eating less this week.”</a:t>
            </a:r>
          </a:p>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Medication log: several missed doses.</a:t>
            </a:r>
          </a:p>
          <a:p xmlns:a="http://schemas.openxmlformats.org/drawingml/2006/main">
            <a:pPr algn="l">
              <a:defRPr sz="1350" b="0">
                <a:solidFill>
                  <a:srgbClr val="B9BBC1"/>
                </a:solidFill>
                <a:latin typeface="Arial"/>
                <a:ea typeface="Arial"/>
                <a:cs typeface="Arial"/>
              </a:defRPr>
            </a:pPr>
            <a:r>
              <a:rPr sz="1350" b="0">
                <a:solidFill>
                  <a:srgbClr val="B9BBC1"/>
                </a:solidFill>
                <a:latin typeface="Arial"/>
                <a:ea typeface="Arial"/>
                <a:cs typeface="Arial"/>
              </a:rPr>
              <a:t>Activity: below the senior’s usual recent pattern.</a:t>
            </a:r>
          </a:p>
        </p:txBody>
      </p:sp>
      <p:sp>
        <p:nvSpPr>
          <p:cNvPr id="41" name="shape-101">
            <a:extLst xmlns:a="http://schemas.openxmlformats.org/drawingml/2006/main">
              <a:ext uri="{FF2B5EF4-FFF2-40B4-BE49-F238E27FC236}">
                <a16:creationId xmlns:a16="http://schemas.microsoft.com/office/drawing/2014/main" id="{027384D0-2BFC-41B9-86D0-E837F7C41F1D}"/>
              </a:ext>
            </a:extLst>
          </p:cNvPr>
          <p:cNvSpPr>
            <a:spLocks xmlns:a="http://schemas.openxmlformats.org/drawingml/2006/main" noGrp="1"/>
          </p:cNvSpPr>
          <p:nvPr/>
        </p:nvSpPr>
        <p:spPr>
          <a:xfrm xmlns:a="http://schemas.openxmlformats.org/drawingml/2006/main">
            <a:off x="6153150" y="4171950"/>
            <a:ext cx="5353050" cy="1676400"/>
          </a:xfrm>
          <a:prstGeom xmlns:a="http://schemas.openxmlformats.org/drawingml/2006/main" prst="roundRect">
            <a:avLst>
              <a:gd name="adj" fmla="val 5682"/>
            </a:avLst>
          </a:prstGeom>
          <a:solidFill xmlns:a="http://schemas.openxmlformats.org/drawingml/2006/main">
            <a:srgbClr val="1B1E23"/>
          </a:solidFill>
          <a:ln xmlns:a="http://schemas.openxmlformats.org/drawingml/2006/main" w="9525">
            <a:solidFill>
              <a:srgbClr val="34373D"/>
            </a:solidFill>
            <a:prstDash val="solid"/>
          </a:ln>
        </p:spPr>
      </p:sp>
      <p:sp>
        <p:nvSpPr>
          <p:cNvPr id="42" name="shape-102">
            <a:extLst xmlns:a="http://schemas.openxmlformats.org/drawingml/2006/main">
              <a:ext uri="{FF2B5EF4-FFF2-40B4-BE49-F238E27FC236}">
                <a16:creationId xmlns:a16="http://schemas.microsoft.com/office/drawing/2014/main" id="{BB56828A-0A97-4027-AF9E-E87206ECA1BE}"/>
              </a:ext>
            </a:extLst>
          </p:cNvPr>
          <p:cNvSpPr>
            <a:spLocks xmlns:a="http://schemas.openxmlformats.org/drawingml/2006/main" noGrp="1"/>
          </p:cNvSpPr>
          <p:nvPr/>
        </p:nvSpPr>
        <p:spPr>
          <a:xfrm xmlns:a="http://schemas.openxmlformats.org/drawingml/2006/main">
            <a:off x="6381750" y="440055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5F2F0"/>
                </a:solidFill>
                <a:latin typeface="Arial"/>
                <a:ea typeface="Arial"/>
                <a:cs typeface="Arial"/>
              </a:defRPr>
            </a:defPPr>
            <a:lvl1pPr algn="l">
              <a:defRPr sz="1500" b="1">
                <a:solidFill>
                  <a:srgbClr val="F5F2F0"/>
                </a:solidFill>
                <a:latin typeface="Arial"/>
                <a:ea typeface="Arial"/>
                <a:cs typeface="Arial"/>
              </a:defRPr>
            </a:lvl1pPr>
            <a:lvl2pPr algn="l">
              <a:defRPr sz="1500" b="1">
                <a:solidFill>
                  <a:srgbClr val="F5F2F0"/>
                </a:solidFill>
                <a:latin typeface="Arial"/>
                <a:ea typeface="Arial"/>
                <a:cs typeface="Arial"/>
              </a:defRPr>
            </a:lvl2pPr>
            <a:lvl3pPr algn="l">
              <a:defRPr sz="1500" b="1">
                <a:solidFill>
                  <a:srgbClr val="F5F2F0"/>
                </a:solidFill>
                <a:latin typeface="Arial"/>
                <a:ea typeface="Arial"/>
                <a:cs typeface="Arial"/>
              </a:defRPr>
            </a:lvl3pPr>
            <a:lvl4pPr algn="l">
              <a:defRPr sz="1500" b="1">
                <a:solidFill>
                  <a:srgbClr val="F5F2F0"/>
                </a:solidFill>
                <a:latin typeface="Arial"/>
                <a:ea typeface="Arial"/>
                <a:cs typeface="Arial"/>
              </a:defRPr>
            </a:lvl4pPr>
            <a:lvl5pPr algn="l">
              <a:defRPr sz="1500" b="1">
                <a:solidFill>
                  <a:srgbClr val="F5F2F0"/>
                </a:solidFill>
                <a:latin typeface="Arial"/>
                <a:ea typeface="Arial"/>
                <a:cs typeface="Arial"/>
              </a:defRPr>
            </a:lvl5pPr>
            <a:lvl6pPr algn="l">
              <a:defRPr sz="1500" b="1">
                <a:solidFill>
                  <a:srgbClr val="F5F2F0"/>
                </a:solidFill>
                <a:latin typeface="Arial"/>
                <a:ea typeface="Arial"/>
                <a:cs typeface="Arial"/>
              </a:defRPr>
            </a:lvl6pPr>
            <a:lvl7pPr algn="l">
              <a:defRPr sz="1500" b="1">
                <a:solidFill>
                  <a:srgbClr val="F5F2F0"/>
                </a:solidFill>
                <a:latin typeface="Arial"/>
                <a:ea typeface="Arial"/>
                <a:cs typeface="Arial"/>
              </a:defRPr>
            </a:lvl7pPr>
            <a:lvl8pPr algn="l">
              <a:defRPr sz="1500" b="1">
                <a:solidFill>
                  <a:srgbClr val="F5F2F0"/>
                </a:solidFill>
                <a:latin typeface="Arial"/>
                <a:ea typeface="Arial"/>
                <a:cs typeface="Arial"/>
              </a:defRPr>
            </a:lvl8pPr>
            <a:lvl9pPr algn="l">
              <a:defRPr sz="1500" b="1">
                <a:solidFill>
                  <a:srgbClr val="F5F2F0"/>
                </a:solidFill>
                <a:latin typeface="Arial"/>
                <a:ea typeface="Arial"/>
                <a:cs typeface="Arial"/>
              </a:defRPr>
            </a:lvl9pPr>
          </a:lstStyle>
          <a:p xmlns:a="http://schemas.openxmlformats.org/drawingml/2006/main">
            <a:pPr algn="l">
              <a:defRPr sz="1500" b="1">
                <a:solidFill>
                  <a:srgbClr val="F5F2F0"/>
                </a:solidFill>
                <a:latin typeface="Arial"/>
                <a:ea typeface="Arial"/>
                <a:cs typeface="Arial"/>
              </a:defRPr>
            </a:pPr>
            <a:r>
              <a:rPr sz="1500" b="1">
                <a:solidFill>
                  <a:srgbClr val="F5F2F0"/>
                </a:solidFill>
                <a:latin typeface="Arial"/>
                <a:ea typeface="Arial"/>
                <a:cs typeface="Arial"/>
              </a:rPr>
              <a:t>What the coordinator sees</a:t>
            </a:r>
          </a:p>
        </p:txBody>
      </p:sp>
      <p:sp>
        <p:nvSpPr>
          <p:cNvPr id="43" name="shape-103">
            <a:extLst xmlns:a="http://schemas.openxmlformats.org/drawingml/2006/main">
              <a:ext uri="{FF2B5EF4-FFF2-40B4-BE49-F238E27FC236}">
                <a16:creationId xmlns:a16="http://schemas.microsoft.com/office/drawing/2014/main" id="{054FD6DB-9DE4-4DE8-B99F-283110CB66B9}"/>
              </a:ext>
            </a:extLst>
          </p:cNvPr>
          <p:cNvSpPr>
            <a:spLocks xmlns:a="http://schemas.openxmlformats.org/drawingml/2006/main" noGrp="1"/>
          </p:cNvSpPr>
          <p:nvPr/>
        </p:nvSpPr>
        <p:spPr>
          <a:xfrm xmlns:a="http://schemas.openxmlformats.org/drawingml/2006/main">
            <a:off x="6381750" y="47625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E3474E"/>
                </a:solidFill>
                <a:latin typeface="Arial"/>
                <a:ea typeface="Arial"/>
                <a:cs typeface="Arial"/>
              </a:defRPr>
            </a:defPPr>
            <a:lvl1pPr algn="l">
              <a:defRPr sz="1425" b="1">
                <a:solidFill>
                  <a:srgbClr val="E3474E"/>
                </a:solidFill>
                <a:latin typeface="Arial"/>
                <a:ea typeface="Arial"/>
                <a:cs typeface="Arial"/>
              </a:defRPr>
            </a:lvl1pPr>
            <a:lvl2pPr algn="l">
              <a:defRPr sz="1425" b="1">
                <a:solidFill>
                  <a:srgbClr val="E3474E"/>
                </a:solidFill>
                <a:latin typeface="Arial"/>
                <a:ea typeface="Arial"/>
                <a:cs typeface="Arial"/>
              </a:defRPr>
            </a:lvl2pPr>
            <a:lvl3pPr algn="l">
              <a:defRPr sz="1425" b="1">
                <a:solidFill>
                  <a:srgbClr val="E3474E"/>
                </a:solidFill>
                <a:latin typeface="Arial"/>
                <a:ea typeface="Arial"/>
                <a:cs typeface="Arial"/>
              </a:defRPr>
            </a:lvl3pPr>
            <a:lvl4pPr algn="l">
              <a:defRPr sz="1425" b="1">
                <a:solidFill>
                  <a:srgbClr val="E3474E"/>
                </a:solidFill>
                <a:latin typeface="Arial"/>
                <a:ea typeface="Arial"/>
                <a:cs typeface="Arial"/>
              </a:defRPr>
            </a:lvl4pPr>
            <a:lvl5pPr algn="l">
              <a:defRPr sz="1425" b="1">
                <a:solidFill>
                  <a:srgbClr val="E3474E"/>
                </a:solidFill>
                <a:latin typeface="Arial"/>
                <a:ea typeface="Arial"/>
                <a:cs typeface="Arial"/>
              </a:defRPr>
            </a:lvl5pPr>
            <a:lvl6pPr algn="l">
              <a:defRPr sz="1425" b="1">
                <a:solidFill>
                  <a:srgbClr val="E3474E"/>
                </a:solidFill>
                <a:latin typeface="Arial"/>
                <a:ea typeface="Arial"/>
                <a:cs typeface="Arial"/>
              </a:defRPr>
            </a:lvl6pPr>
            <a:lvl7pPr algn="l">
              <a:defRPr sz="1425" b="1">
                <a:solidFill>
                  <a:srgbClr val="E3474E"/>
                </a:solidFill>
                <a:latin typeface="Arial"/>
                <a:ea typeface="Arial"/>
                <a:cs typeface="Arial"/>
              </a:defRPr>
            </a:lvl7pPr>
            <a:lvl8pPr algn="l">
              <a:defRPr sz="1425" b="1">
                <a:solidFill>
                  <a:srgbClr val="E3474E"/>
                </a:solidFill>
                <a:latin typeface="Arial"/>
                <a:ea typeface="Arial"/>
                <a:cs typeface="Arial"/>
              </a:defRPr>
            </a:lvl8pPr>
            <a:lvl9pPr algn="l">
              <a:defRPr sz="1425" b="1">
                <a:solidFill>
                  <a:srgbClr val="E3474E"/>
                </a:solidFill>
                <a:latin typeface="Arial"/>
                <a:ea typeface="Arial"/>
                <a:cs typeface="Arial"/>
              </a:defRPr>
            </a:lvl9pPr>
          </a:lstStyle>
          <a:p xmlns:a="http://schemas.openxmlformats.org/drawingml/2006/main">
            <a:pPr algn="l">
              <a:defRPr sz="1425" b="1">
                <a:solidFill>
                  <a:srgbClr val="E3474E"/>
                </a:solidFill>
                <a:latin typeface="Arial"/>
                <a:ea typeface="Arial"/>
                <a:cs typeface="Arial"/>
              </a:defRPr>
            </a:pPr>
            <a:r>
              <a:rPr sz="1425" b="1">
                <a:solidFill>
                  <a:srgbClr val="E3474E"/>
                </a:solidFill>
                <a:latin typeface="Arial"/>
                <a:ea typeface="Arial"/>
                <a:cs typeface="Arial"/>
              </a:rPr>
              <a:t>Suggested action: a supportive check-in today</a:t>
            </a:r>
          </a:p>
        </p:txBody>
      </p:sp>
      <p:sp>
        <p:nvSpPr>
          <p:cNvPr id="44" name="shape-104">
            <a:extLst xmlns:a="http://schemas.openxmlformats.org/drawingml/2006/main">
              <a:ext uri="{FF2B5EF4-FFF2-40B4-BE49-F238E27FC236}">
                <a16:creationId xmlns:a16="http://schemas.microsoft.com/office/drawing/2014/main" id="{A93128F9-3245-4F5D-A59C-C132079ED105}"/>
              </a:ext>
            </a:extLst>
          </p:cNvPr>
          <p:cNvSpPr>
            <a:spLocks xmlns:a="http://schemas.openxmlformats.org/drawingml/2006/main" noGrp="1"/>
          </p:cNvSpPr>
          <p:nvPr/>
        </p:nvSpPr>
        <p:spPr>
          <a:xfrm xmlns:a="http://schemas.openxmlformats.org/drawingml/2006/main">
            <a:off x="6381750" y="515302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B9BBC1"/>
                </a:solidFill>
                <a:latin typeface="Arial"/>
                <a:ea typeface="Arial"/>
                <a:cs typeface="Arial"/>
              </a:defRPr>
            </a:defPPr>
            <a:lvl1pPr algn="l">
              <a:defRPr sz="1275" b="0">
                <a:solidFill>
                  <a:srgbClr val="B9BBC1"/>
                </a:solidFill>
                <a:latin typeface="Arial"/>
                <a:ea typeface="Arial"/>
                <a:cs typeface="Arial"/>
              </a:defRPr>
            </a:lvl1pPr>
            <a:lvl2pPr algn="l">
              <a:defRPr sz="1275" b="0">
                <a:solidFill>
                  <a:srgbClr val="B9BBC1"/>
                </a:solidFill>
                <a:latin typeface="Arial"/>
                <a:ea typeface="Arial"/>
                <a:cs typeface="Arial"/>
              </a:defRPr>
            </a:lvl2pPr>
            <a:lvl3pPr algn="l">
              <a:defRPr sz="1275" b="0">
                <a:solidFill>
                  <a:srgbClr val="B9BBC1"/>
                </a:solidFill>
                <a:latin typeface="Arial"/>
                <a:ea typeface="Arial"/>
                <a:cs typeface="Arial"/>
              </a:defRPr>
            </a:lvl3pPr>
            <a:lvl4pPr algn="l">
              <a:defRPr sz="1275" b="0">
                <a:solidFill>
                  <a:srgbClr val="B9BBC1"/>
                </a:solidFill>
                <a:latin typeface="Arial"/>
                <a:ea typeface="Arial"/>
                <a:cs typeface="Arial"/>
              </a:defRPr>
            </a:lvl4pPr>
            <a:lvl5pPr algn="l">
              <a:defRPr sz="1275" b="0">
                <a:solidFill>
                  <a:srgbClr val="B9BBC1"/>
                </a:solidFill>
                <a:latin typeface="Arial"/>
                <a:ea typeface="Arial"/>
                <a:cs typeface="Arial"/>
              </a:defRPr>
            </a:lvl5pPr>
            <a:lvl6pPr algn="l">
              <a:defRPr sz="1275" b="0">
                <a:solidFill>
                  <a:srgbClr val="B9BBC1"/>
                </a:solidFill>
                <a:latin typeface="Arial"/>
                <a:ea typeface="Arial"/>
                <a:cs typeface="Arial"/>
              </a:defRPr>
            </a:lvl6pPr>
            <a:lvl7pPr algn="l">
              <a:defRPr sz="1275" b="0">
                <a:solidFill>
                  <a:srgbClr val="B9BBC1"/>
                </a:solidFill>
                <a:latin typeface="Arial"/>
                <a:ea typeface="Arial"/>
                <a:cs typeface="Arial"/>
              </a:defRPr>
            </a:lvl7pPr>
            <a:lvl8pPr algn="l">
              <a:defRPr sz="1275" b="0">
                <a:solidFill>
                  <a:srgbClr val="B9BBC1"/>
                </a:solidFill>
                <a:latin typeface="Arial"/>
                <a:ea typeface="Arial"/>
                <a:cs typeface="Arial"/>
              </a:defRPr>
            </a:lvl8pPr>
            <a:lvl9pPr algn="l">
              <a:defRPr sz="1275" b="0">
                <a:solidFill>
                  <a:srgbClr val="B9BBC1"/>
                </a:solidFill>
                <a:latin typeface="Arial"/>
                <a:ea typeface="Arial"/>
                <a:cs typeface="Arial"/>
              </a:defRPr>
            </a:lvl9pPr>
          </a:lstStyle>
          <a:p xmlns:a="http://schemas.openxmlformats.org/drawingml/2006/main">
            <a:pPr algn="l">
              <a:defRPr sz="1275" b="0">
                <a:solidFill>
                  <a:srgbClr val="B9BBC1"/>
                </a:solidFill>
                <a:latin typeface="Arial"/>
                <a:ea typeface="Arial"/>
                <a:cs typeface="Arial"/>
              </a:defRPr>
            </a:pPr>
            <a:r>
              <a:rPr sz="1275" b="0">
                <a:solidFill>
                  <a:srgbClr val="B9BBC1"/>
                </a:solidFill>
                <a:latin typeface="Arial"/>
                <a:ea typeface="Arial"/>
                <a:cs typeface="Arial"/>
              </a:rPr>
              <a:t>Reasons remain linked to their dates and sources. The coordinator checks context and records what happened.</a:t>
            </a:r>
          </a:p>
        </p:txBody>
      </p:sp>
    </p:spTree>
    <p:extLst>
      <p:ext uri="{BB962C8B-B14F-4D97-AF65-F5344CB8AC3E}">
        <p14:creationId xmlns:p14="http://schemas.microsoft.com/office/powerpoint/2010/main" val="1019250084"/>
      </p:ext>
    </p:extLst>
  </p:cSld>
</p:sld>
</file>

<file path=ppt/slides/slide4.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31" name="shape-105">
            <a:extLst xmlns:a="http://schemas.openxmlformats.org/drawingml/2006/main">
              <a:ext uri="{FF2B5EF4-FFF2-40B4-BE49-F238E27FC236}">
                <a16:creationId xmlns:a16="http://schemas.microsoft.com/office/drawing/2014/main" id="{5A316813-DFE6-415A-8314-007647C4ECD8}"/>
              </a:ext>
            </a:extLst>
          </p:cNvPr>
          <p:cNvSpPr>
            <a:spLocks xmlns:a="http://schemas.openxmlformats.org/drawingml/2006/main" noGrp="1"/>
          </p:cNvSpPr>
          <p:nvPr/>
        </p:nvSpPr>
        <p:spPr>
          <a:xfrm xmlns:a="http://schemas.openxmlformats.org/drawingml/2006/main">
            <a:off x="685800" y="3238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CARE</a:t>
            </a:r>
          </a:p>
        </p:txBody>
      </p:sp>
      <p:sp>
        <p:nvSpPr>
          <p:cNvPr id="2" name="shape-106">
            <a:extLst xmlns:a="http://schemas.openxmlformats.org/drawingml/2006/main">
              <a:ext uri="{FF2B5EF4-FFF2-40B4-BE49-F238E27FC236}">
                <a16:creationId xmlns:a16="http://schemas.microsoft.com/office/drawing/2014/main" id="{5879680D-3978-4FDD-9813-6D4E35B4A402}"/>
              </a:ext>
            </a:extLst>
          </p:cNvPr>
          <p:cNvSpPr>
            <a:spLocks xmlns:a="http://schemas.openxmlformats.org/drawingml/2006/main" noGrp="1"/>
          </p:cNvSpPr>
          <p:nvPr/>
        </p:nvSpPr>
        <p:spPr>
          <a:xfrm xmlns:a="http://schemas.openxmlformats.org/drawingml/2006/main">
            <a:off x="685800" y="62865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2F0"/>
                </a:solidFill>
                <a:latin typeface="Arial"/>
                <a:ea typeface="Arial"/>
                <a:cs typeface="Arial"/>
              </a:defRPr>
            </a:defPPr>
            <a:lvl1pPr algn="l">
              <a:defRPr sz="2850" b="1">
                <a:solidFill>
                  <a:srgbClr val="F5F2F0"/>
                </a:solidFill>
                <a:latin typeface="Arial"/>
                <a:ea typeface="Arial"/>
                <a:cs typeface="Arial"/>
              </a:defRPr>
            </a:lvl1pPr>
            <a:lvl2pPr algn="l">
              <a:defRPr sz="2850" b="1">
                <a:solidFill>
                  <a:srgbClr val="F5F2F0"/>
                </a:solidFill>
                <a:latin typeface="Arial"/>
                <a:ea typeface="Arial"/>
                <a:cs typeface="Arial"/>
              </a:defRPr>
            </a:lvl2pPr>
            <a:lvl3pPr algn="l">
              <a:defRPr sz="2850" b="1">
                <a:solidFill>
                  <a:srgbClr val="F5F2F0"/>
                </a:solidFill>
                <a:latin typeface="Arial"/>
                <a:ea typeface="Arial"/>
                <a:cs typeface="Arial"/>
              </a:defRPr>
            </a:lvl3pPr>
            <a:lvl4pPr algn="l">
              <a:defRPr sz="2850" b="1">
                <a:solidFill>
                  <a:srgbClr val="F5F2F0"/>
                </a:solidFill>
                <a:latin typeface="Arial"/>
                <a:ea typeface="Arial"/>
                <a:cs typeface="Arial"/>
              </a:defRPr>
            </a:lvl4pPr>
            <a:lvl5pPr algn="l">
              <a:defRPr sz="2850" b="1">
                <a:solidFill>
                  <a:srgbClr val="F5F2F0"/>
                </a:solidFill>
                <a:latin typeface="Arial"/>
                <a:ea typeface="Arial"/>
                <a:cs typeface="Arial"/>
              </a:defRPr>
            </a:lvl5pPr>
            <a:lvl6pPr algn="l">
              <a:defRPr sz="2850" b="1">
                <a:solidFill>
                  <a:srgbClr val="F5F2F0"/>
                </a:solidFill>
                <a:latin typeface="Arial"/>
                <a:ea typeface="Arial"/>
                <a:cs typeface="Arial"/>
              </a:defRPr>
            </a:lvl6pPr>
            <a:lvl7pPr algn="l">
              <a:defRPr sz="2850" b="1">
                <a:solidFill>
                  <a:srgbClr val="F5F2F0"/>
                </a:solidFill>
                <a:latin typeface="Arial"/>
                <a:ea typeface="Arial"/>
                <a:cs typeface="Arial"/>
              </a:defRPr>
            </a:lvl7pPr>
            <a:lvl8pPr algn="l">
              <a:defRPr sz="2850" b="1">
                <a:solidFill>
                  <a:srgbClr val="F5F2F0"/>
                </a:solidFill>
                <a:latin typeface="Arial"/>
                <a:ea typeface="Arial"/>
                <a:cs typeface="Arial"/>
              </a:defRPr>
            </a:lvl8pPr>
            <a:lvl9pPr algn="l">
              <a:defRPr sz="2850" b="1">
                <a:solidFill>
                  <a:srgbClr val="F5F2F0"/>
                </a:solidFill>
                <a:latin typeface="Arial"/>
                <a:ea typeface="Arial"/>
                <a:cs typeface="Arial"/>
              </a:defRPr>
            </a:lvl9pPr>
          </a:lstStyle>
          <a:p xmlns:a="http://schemas.openxmlformats.org/drawingml/2006/main">
            <a:pPr algn="l">
              <a:defRPr sz="2850" b="1">
                <a:solidFill>
                  <a:srgbClr val="F5F2F0"/>
                </a:solidFill>
                <a:latin typeface="Arial"/>
                <a:ea typeface="Arial"/>
                <a:cs typeface="Arial"/>
              </a:defRPr>
            </a:pPr>
            <a:r>
              <a:rPr sz="2850" b="1">
                <a:solidFill>
                  <a:srgbClr val="F5F2F0"/>
                </a:solidFill>
                <a:latin typeface="Arial"/>
                <a:ea typeface="Arial"/>
                <a:cs typeface="Arial"/>
              </a:rPr>
              <a:t>System architecture and risk method</a:t>
            </a:r>
          </a:p>
        </p:txBody>
      </p:sp>
      <p:sp>
        <p:nvSpPr>
          <p:cNvPr id="3" name="shape-107">
            <a:extLst xmlns:a="http://schemas.openxmlformats.org/drawingml/2006/main">
              <a:ext uri="{FF2B5EF4-FFF2-40B4-BE49-F238E27FC236}">
                <a16:creationId xmlns:a16="http://schemas.microsoft.com/office/drawing/2014/main" id="{D4CD71CC-D6F2-4B2A-A329-B0190017E2F3}"/>
              </a:ext>
            </a:extLst>
          </p:cNvPr>
          <p:cNvSpPr>
            <a:spLocks xmlns:a="http://schemas.openxmlformats.org/drawingml/2006/main" noGrp="1"/>
          </p:cNvSpPr>
          <p:nvPr/>
        </p:nvSpPr>
        <p:spPr>
          <a:xfrm xmlns:a="http://schemas.openxmlformats.org/drawingml/2006/main">
            <a:off x="685800" y="11430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9BBC1"/>
                </a:solidFill>
                <a:latin typeface="Arial"/>
                <a:ea typeface="Arial"/>
                <a:cs typeface="Arial"/>
              </a:defRPr>
            </a:defPPr>
            <a:lvl1pPr algn="l">
              <a:defRPr sz="1425" b="0">
                <a:solidFill>
                  <a:srgbClr val="B9BBC1"/>
                </a:solidFill>
                <a:latin typeface="Arial"/>
                <a:ea typeface="Arial"/>
                <a:cs typeface="Arial"/>
              </a:defRPr>
            </a:lvl1pPr>
            <a:lvl2pPr algn="l">
              <a:defRPr sz="1425" b="0">
                <a:solidFill>
                  <a:srgbClr val="B9BBC1"/>
                </a:solidFill>
                <a:latin typeface="Arial"/>
                <a:ea typeface="Arial"/>
                <a:cs typeface="Arial"/>
              </a:defRPr>
            </a:lvl2pPr>
            <a:lvl3pPr algn="l">
              <a:defRPr sz="1425" b="0">
                <a:solidFill>
                  <a:srgbClr val="B9BBC1"/>
                </a:solidFill>
                <a:latin typeface="Arial"/>
                <a:ea typeface="Arial"/>
                <a:cs typeface="Arial"/>
              </a:defRPr>
            </a:lvl3pPr>
            <a:lvl4pPr algn="l">
              <a:defRPr sz="1425" b="0">
                <a:solidFill>
                  <a:srgbClr val="B9BBC1"/>
                </a:solidFill>
                <a:latin typeface="Arial"/>
                <a:ea typeface="Arial"/>
                <a:cs typeface="Arial"/>
              </a:defRPr>
            </a:lvl4pPr>
            <a:lvl5pPr algn="l">
              <a:defRPr sz="1425" b="0">
                <a:solidFill>
                  <a:srgbClr val="B9BBC1"/>
                </a:solidFill>
                <a:latin typeface="Arial"/>
                <a:ea typeface="Arial"/>
                <a:cs typeface="Arial"/>
              </a:defRPr>
            </a:lvl5pPr>
            <a:lvl6pPr algn="l">
              <a:defRPr sz="1425" b="0">
                <a:solidFill>
                  <a:srgbClr val="B9BBC1"/>
                </a:solidFill>
                <a:latin typeface="Arial"/>
                <a:ea typeface="Arial"/>
                <a:cs typeface="Arial"/>
              </a:defRPr>
            </a:lvl6pPr>
            <a:lvl7pPr algn="l">
              <a:defRPr sz="1425" b="0">
                <a:solidFill>
                  <a:srgbClr val="B9BBC1"/>
                </a:solidFill>
                <a:latin typeface="Arial"/>
                <a:ea typeface="Arial"/>
                <a:cs typeface="Arial"/>
              </a:defRPr>
            </a:lvl7pPr>
            <a:lvl8pPr algn="l">
              <a:defRPr sz="1425" b="0">
                <a:solidFill>
                  <a:srgbClr val="B9BBC1"/>
                </a:solidFill>
                <a:latin typeface="Arial"/>
                <a:ea typeface="Arial"/>
                <a:cs typeface="Arial"/>
              </a:defRPr>
            </a:lvl8pPr>
            <a:lvl9pPr algn="l">
              <a:defRPr sz="1425" b="0">
                <a:solidFill>
                  <a:srgbClr val="B9BBC1"/>
                </a:solidFill>
                <a:latin typeface="Arial"/>
                <a:ea typeface="Arial"/>
                <a:cs typeface="Arial"/>
              </a:defRPr>
            </a:lvl9pPr>
          </a:lstStyle>
          <a:p xmlns:a="http://schemas.openxmlformats.org/drawingml/2006/main">
            <a:pPr algn="l">
              <a:defRPr sz="1425" b="0">
                <a:solidFill>
                  <a:srgbClr val="B9BBC1"/>
                </a:solidFill>
                <a:latin typeface="Arial"/>
                <a:ea typeface="Arial"/>
                <a:cs typeface="Arial"/>
              </a:defRPr>
            </a:pPr>
            <a:r>
              <a:rPr sz="1425" b="0">
                <a:solidFill>
                  <a:srgbClr val="B9BBC1"/>
                </a:solidFill>
                <a:latin typeface="Arial"/>
                <a:ea typeface="Arial"/>
                <a:cs typeface="Arial"/>
              </a:rPr>
              <a:t>A local baseline-and-anomaly pipeline produces reasons for a human review queue.</a:t>
            </a:r>
          </a:p>
        </p:txBody>
      </p:sp>
      <p:sp>
        <p:nvSpPr>
          <p:cNvPr id="4" name="shape-108">
            <a:extLst xmlns:a="http://schemas.openxmlformats.org/drawingml/2006/main">
              <a:ext uri="{FF2B5EF4-FFF2-40B4-BE49-F238E27FC236}">
                <a16:creationId xmlns:a16="http://schemas.microsoft.com/office/drawing/2014/main" id="{57BFDE67-E78C-46DA-B35C-5DEEAC01C032}"/>
              </a:ext>
            </a:extLst>
          </p:cNvPr>
          <p:cNvSpPr>
            <a:spLocks xmlns:a="http://schemas.openxmlformats.org/drawingml/2006/main" noGrp="1"/>
          </p:cNvSpPr>
          <p:nvPr/>
        </p:nvSpPr>
        <p:spPr>
          <a:xfrm xmlns:a="http://schemas.openxmlformats.org/drawingml/2006/main">
            <a:off x="685800" y="15430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5" name="shape-109">
            <a:extLst xmlns:a="http://schemas.openxmlformats.org/drawingml/2006/main">
              <a:ext uri="{FF2B5EF4-FFF2-40B4-BE49-F238E27FC236}">
                <a16:creationId xmlns:a16="http://schemas.microsoft.com/office/drawing/2014/main" id="{83E35BD3-FC14-434E-B107-9682B081A477}"/>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6" name="shape-110">
            <a:extLst xmlns:a="http://schemas.openxmlformats.org/drawingml/2006/main">
              <a:ext uri="{FF2B5EF4-FFF2-40B4-BE49-F238E27FC236}">
                <a16:creationId xmlns:a16="http://schemas.microsoft.com/office/drawing/2014/main" id="{3CAA1DB5-A7F0-4518-8CFE-C5B195ED6FE0}"/>
              </a:ext>
            </a:extLst>
          </p:cNvPr>
          <p:cNvSpPr>
            <a:spLocks xmlns:a="http://schemas.openxmlformats.org/drawingml/2006/main" noGrp="1"/>
          </p:cNvSpPr>
          <p:nvPr/>
        </p:nvSpPr>
        <p:spPr>
          <a:xfrm xmlns:a="http://schemas.openxmlformats.org/drawingml/2006/main">
            <a:off x="685800" y="6562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58A93"/>
                </a:solidFill>
                <a:latin typeface="Arial"/>
                <a:ea typeface="Arial"/>
                <a:cs typeface="Arial"/>
              </a:defRPr>
            </a:defPPr>
            <a:lvl1pPr algn="l">
              <a:defRPr sz="975" b="1">
                <a:solidFill>
                  <a:srgbClr val="858A93"/>
                </a:solidFill>
                <a:latin typeface="Arial"/>
                <a:ea typeface="Arial"/>
                <a:cs typeface="Arial"/>
              </a:defRPr>
            </a:lvl1pPr>
            <a:lvl2pPr algn="l">
              <a:defRPr sz="975" b="1">
                <a:solidFill>
                  <a:srgbClr val="858A93"/>
                </a:solidFill>
                <a:latin typeface="Arial"/>
                <a:ea typeface="Arial"/>
                <a:cs typeface="Arial"/>
              </a:defRPr>
            </a:lvl2pPr>
            <a:lvl3pPr algn="l">
              <a:defRPr sz="975" b="1">
                <a:solidFill>
                  <a:srgbClr val="858A93"/>
                </a:solidFill>
                <a:latin typeface="Arial"/>
                <a:ea typeface="Arial"/>
                <a:cs typeface="Arial"/>
              </a:defRPr>
            </a:lvl3pPr>
            <a:lvl4pPr algn="l">
              <a:defRPr sz="975" b="1">
                <a:solidFill>
                  <a:srgbClr val="858A93"/>
                </a:solidFill>
                <a:latin typeface="Arial"/>
                <a:ea typeface="Arial"/>
                <a:cs typeface="Arial"/>
              </a:defRPr>
            </a:lvl4pPr>
            <a:lvl5pPr algn="l">
              <a:defRPr sz="975" b="1">
                <a:solidFill>
                  <a:srgbClr val="858A93"/>
                </a:solidFill>
                <a:latin typeface="Arial"/>
                <a:ea typeface="Arial"/>
                <a:cs typeface="Arial"/>
              </a:defRPr>
            </a:lvl5pPr>
            <a:lvl6pPr algn="l">
              <a:defRPr sz="975" b="1">
                <a:solidFill>
                  <a:srgbClr val="858A93"/>
                </a:solidFill>
                <a:latin typeface="Arial"/>
                <a:ea typeface="Arial"/>
                <a:cs typeface="Arial"/>
              </a:defRPr>
            </a:lvl6pPr>
            <a:lvl7pPr algn="l">
              <a:defRPr sz="975" b="1">
                <a:solidFill>
                  <a:srgbClr val="858A93"/>
                </a:solidFill>
                <a:latin typeface="Arial"/>
                <a:ea typeface="Arial"/>
                <a:cs typeface="Arial"/>
              </a:defRPr>
            </a:lvl7pPr>
            <a:lvl8pPr algn="l">
              <a:defRPr sz="975" b="1">
                <a:solidFill>
                  <a:srgbClr val="858A93"/>
                </a:solidFill>
                <a:latin typeface="Arial"/>
                <a:ea typeface="Arial"/>
                <a:cs typeface="Arial"/>
              </a:defRPr>
            </a:lvl8pPr>
            <a:lvl9pPr algn="l">
              <a:defRPr sz="975" b="1">
                <a:solidFill>
                  <a:srgbClr val="858A93"/>
                </a:solidFill>
                <a:latin typeface="Arial"/>
                <a:ea typeface="Arial"/>
                <a:cs typeface="Arial"/>
              </a:defRPr>
            </a:lvl9pPr>
          </a:lstStyle>
          <a:p xmlns:a="http://schemas.openxmlformats.org/drawingml/2006/main">
            <a:pPr algn="l">
              <a:defRPr sz="975" b="1">
                <a:solidFill>
                  <a:srgbClr val="858A93"/>
                </a:solidFill>
                <a:latin typeface="Arial"/>
                <a:ea typeface="Arial"/>
                <a:cs typeface="Arial"/>
              </a:defRPr>
            </a:pPr>
            <a:r>
              <a:rPr sz="975" b="1">
                <a:solidFill>
                  <a:srgbClr val="858A93"/>
                </a:solidFill>
                <a:latin typeface="Arial"/>
                <a:ea typeface="Arial"/>
                <a:cs typeface="Arial"/>
              </a:rPr>
              <a:t>CODEBURNER  ·  DEVS09</a:t>
            </a:r>
          </a:p>
        </p:txBody>
      </p:sp>
      <p:sp>
        <p:nvSpPr>
          <p:cNvPr id="7" name="shape-111">
            <a:extLst xmlns:a="http://schemas.openxmlformats.org/drawingml/2006/main">
              <a:ext uri="{FF2B5EF4-FFF2-40B4-BE49-F238E27FC236}">
                <a16:creationId xmlns:a16="http://schemas.microsoft.com/office/drawing/2014/main" id="{C2D1903A-FDCC-4C9C-8503-AF1A50D90C44}"/>
              </a:ext>
            </a:extLst>
          </p:cNvPr>
          <p:cNvSpPr>
            <a:spLocks xmlns:a="http://schemas.openxmlformats.org/drawingml/2006/main" noGrp="1"/>
          </p:cNvSpPr>
          <p:nvPr/>
        </p:nvSpPr>
        <p:spPr>
          <a:xfrm xmlns:a="http://schemas.openxmlformats.org/drawingml/2006/main">
            <a:off x="106680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04  /  07</a:t>
            </a:r>
          </a:p>
        </p:txBody>
      </p:sp>
      <p:sp>
        <p:nvSpPr>
          <p:cNvPr id="8" name="shape-112">
            <a:extLst xmlns:a="http://schemas.openxmlformats.org/drawingml/2006/main">
              <a:ext uri="{FF2B5EF4-FFF2-40B4-BE49-F238E27FC236}">
                <a16:creationId xmlns:a16="http://schemas.microsoft.com/office/drawing/2014/main" id="{87D69EF8-E424-4A00-8C4E-E3FB11DE332E}"/>
              </a:ext>
            </a:extLst>
          </p:cNvPr>
          <p:cNvSpPr>
            <a:spLocks xmlns:a="http://schemas.openxmlformats.org/drawingml/2006/main" noGrp="1"/>
          </p:cNvSpPr>
          <p:nvPr/>
        </p:nvSpPr>
        <p:spPr>
          <a:xfrm xmlns:a="http://schemas.openxmlformats.org/drawingml/2006/main">
            <a:off x="685800" y="1809750"/>
            <a:ext cx="2476500" cy="2343150"/>
          </a:xfrm>
          <a:prstGeom xmlns:a="http://schemas.openxmlformats.org/drawingml/2006/main" prst="roundRect">
            <a:avLst>
              <a:gd name="adj" fmla="val 4065"/>
            </a:avLst>
          </a:prstGeom>
          <a:solidFill xmlns:a="http://schemas.openxmlformats.org/drawingml/2006/main">
            <a:srgbClr val="14161A"/>
          </a:solidFill>
          <a:ln xmlns:a="http://schemas.openxmlformats.org/drawingml/2006/main" w="9525">
            <a:solidFill>
              <a:srgbClr val="34373D"/>
            </a:solidFill>
            <a:prstDash val="solid"/>
          </a:ln>
        </p:spPr>
      </p:sp>
      <p:sp>
        <p:nvSpPr>
          <p:cNvPr id="9" name="shape-113">
            <a:extLst xmlns:a="http://schemas.openxmlformats.org/drawingml/2006/main">
              <a:ext uri="{FF2B5EF4-FFF2-40B4-BE49-F238E27FC236}">
                <a16:creationId xmlns:a16="http://schemas.microsoft.com/office/drawing/2014/main" id="{91FB4990-87AA-4526-97E8-CA44665BD00C}"/>
              </a:ext>
            </a:extLst>
          </p:cNvPr>
          <p:cNvSpPr>
            <a:spLocks xmlns:a="http://schemas.openxmlformats.org/drawingml/2006/main" noGrp="1"/>
          </p:cNvSpPr>
          <p:nvPr/>
        </p:nvSpPr>
        <p:spPr>
          <a:xfrm xmlns:a="http://schemas.openxmlformats.org/drawingml/2006/main">
            <a:off x="876300" y="2038350"/>
            <a:ext cx="2114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3474E"/>
                </a:solidFill>
                <a:latin typeface="Arial"/>
                <a:ea typeface="Arial"/>
                <a:cs typeface="Arial"/>
              </a:defRPr>
            </a:defPPr>
            <a:lvl1pPr algn="l">
              <a:defRPr sz="1125" b="1">
                <a:solidFill>
                  <a:srgbClr val="E3474E"/>
                </a:solidFill>
                <a:latin typeface="Arial"/>
                <a:ea typeface="Arial"/>
                <a:cs typeface="Arial"/>
              </a:defRPr>
            </a:lvl1pPr>
            <a:lvl2pPr algn="l">
              <a:defRPr sz="1125" b="1">
                <a:solidFill>
                  <a:srgbClr val="E3474E"/>
                </a:solidFill>
                <a:latin typeface="Arial"/>
                <a:ea typeface="Arial"/>
                <a:cs typeface="Arial"/>
              </a:defRPr>
            </a:lvl2pPr>
            <a:lvl3pPr algn="l">
              <a:defRPr sz="1125" b="1">
                <a:solidFill>
                  <a:srgbClr val="E3474E"/>
                </a:solidFill>
                <a:latin typeface="Arial"/>
                <a:ea typeface="Arial"/>
                <a:cs typeface="Arial"/>
              </a:defRPr>
            </a:lvl3pPr>
            <a:lvl4pPr algn="l">
              <a:defRPr sz="1125" b="1">
                <a:solidFill>
                  <a:srgbClr val="E3474E"/>
                </a:solidFill>
                <a:latin typeface="Arial"/>
                <a:ea typeface="Arial"/>
                <a:cs typeface="Arial"/>
              </a:defRPr>
            </a:lvl4pPr>
            <a:lvl5pPr algn="l">
              <a:defRPr sz="1125" b="1">
                <a:solidFill>
                  <a:srgbClr val="E3474E"/>
                </a:solidFill>
                <a:latin typeface="Arial"/>
                <a:ea typeface="Arial"/>
                <a:cs typeface="Arial"/>
              </a:defRPr>
            </a:lvl5pPr>
            <a:lvl6pPr algn="l">
              <a:defRPr sz="1125" b="1">
                <a:solidFill>
                  <a:srgbClr val="E3474E"/>
                </a:solidFill>
                <a:latin typeface="Arial"/>
                <a:ea typeface="Arial"/>
                <a:cs typeface="Arial"/>
              </a:defRPr>
            </a:lvl6pPr>
            <a:lvl7pPr algn="l">
              <a:defRPr sz="1125" b="1">
                <a:solidFill>
                  <a:srgbClr val="E3474E"/>
                </a:solidFill>
                <a:latin typeface="Arial"/>
                <a:ea typeface="Arial"/>
                <a:cs typeface="Arial"/>
              </a:defRPr>
            </a:lvl7pPr>
            <a:lvl8pPr algn="l">
              <a:defRPr sz="1125" b="1">
                <a:solidFill>
                  <a:srgbClr val="E3474E"/>
                </a:solidFill>
                <a:latin typeface="Arial"/>
                <a:ea typeface="Arial"/>
                <a:cs typeface="Arial"/>
              </a:defRPr>
            </a:lvl8pPr>
            <a:lvl9pPr algn="l">
              <a:defRPr sz="1125" b="1">
                <a:solidFill>
                  <a:srgbClr val="E3474E"/>
                </a:solidFill>
                <a:latin typeface="Arial"/>
                <a:ea typeface="Arial"/>
                <a:cs typeface="Arial"/>
              </a:defRPr>
            </a:lvl9pPr>
          </a:lstStyle>
          <a:p xmlns:a="http://schemas.openxmlformats.org/drawingml/2006/main">
            <a:pPr algn="l">
              <a:defRPr sz="1125" b="1">
                <a:solidFill>
                  <a:srgbClr val="E3474E"/>
                </a:solidFill>
                <a:latin typeface="Arial"/>
                <a:ea typeface="Arial"/>
                <a:cs typeface="Arial"/>
              </a:defRPr>
            </a:pPr>
            <a:r>
              <a:rPr sz="1125" b="1">
                <a:solidFill>
                  <a:srgbClr val="E3474E"/>
                </a:solidFill>
                <a:latin typeface="Arial"/>
                <a:ea typeface="Arial"/>
                <a:cs typeface="Arial"/>
              </a:rPr>
              <a:t>01  INPUTS</a:t>
            </a:r>
          </a:p>
        </p:txBody>
      </p:sp>
      <p:sp>
        <p:nvSpPr>
          <p:cNvPr id="10" name="shape-114">
            <a:extLst xmlns:a="http://schemas.openxmlformats.org/drawingml/2006/main">
              <a:ext uri="{FF2B5EF4-FFF2-40B4-BE49-F238E27FC236}">
                <a16:creationId xmlns:a16="http://schemas.microsoft.com/office/drawing/2014/main" id="{729A7BA9-D46E-42DE-9FC3-7D4897C94A56}"/>
              </a:ext>
            </a:extLst>
          </p:cNvPr>
          <p:cNvSpPr>
            <a:spLocks xmlns:a="http://schemas.openxmlformats.org/drawingml/2006/main" noGrp="1"/>
          </p:cNvSpPr>
          <p:nvPr/>
        </p:nvSpPr>
        <p:spPr>
          <a:xfrm xmlns:a="http://schemas.openxmlformats.org/drawingml/2006/main">
            <a:off x="876300" y="2419350"/>
            <a:ext cx="21145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Structured vitals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Medication and dose logs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Hindi / English / Hinglish notes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Optional, explicit motion session</a:t>
            </a:r>
          </a:p>
        </p:txBody>
      </p:sp>
      <p:sp>
        <p:nvSpPr>
          <p:cNvPr id="11" name="shape-115">
            <a:extLst xmlns:a="http://schemas.openxmlformats.org/drawingml/2006/main">
              <a:ext uri="{FF2B5EF4-FFF2-40B4-BE49-F238E27FC236}">
                <a16:creationId xmlns:a16="http://schemas.microsoft.com/office/drawing/2014/main" id="{8D23853E-35BE-45AA-86C5-DCEAA10934B2}"/>
              </a:ext>
            </a:extLst>
          </p:cNvPr>
          <p:cNvSpPr>
            <a:spLocks xmlns:a="http://schemas.openxmlformats.org/drawingml/2006/main" noGrp="1"/>
          </p:cNvSpPr>
          <p:nvPr/>
        </p:nvSpPr>
        <p:spPr>
          <a:xfrm xmlns:a="http://schemas.openxmlformats.org/drawingml/2006/main">
            <a:off x="3209925" y="2762250"/>
            <a:ext cx="219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85"/>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12" name="shape-116">
            <a:extLst xmlns:a="http://schemas.openxmlformats.org/drawingml/2006/main">
              <a:ext uri="{FF2B5EF4-FFF2-40B4-BE49-F238E27FC236}">
                <a16:creationId xmlns:a16="http://schemas.microsoft.com/office/drawing/2014/main" id="{ABD75818-45FB-485E-AB14-E604930C47D3}"/>
              </a:ext>
            </a:extLst>
          </p:cNvPr>
          <p:cNvSpPr>
            <a:spLocks xmlns:a="http://schemas.openxmlformats.org/drawingml/2006/main" noGrp="1"/>
          </p:cNvSpPr>
          <p:nvPr/>
        </p:nvSpPr>
        <p:spPr>
          <a:xfrm xmlns:a="http://schemas.openxmlformats.org/drawingml/2006/main">
            <a:off x="3429000" y="1809750"/>
            <a:ext cx="2476500" cy="2343150"/>
          </a:xfrm>
          <a:prstGeom xmlns:a="http://schemas.openxmlformats.org/drawingml/2006/main" prst="roundRect">
            <a:avLst>
              <a:gd name="adj" fmla="val 4065"/>
            </a:avLst>
          </a:prstGeom>
          <a:solidFill xmlns:a="http://schemas.openxmlformats.org/drawingml/2006/main">
            <a:srgbClr val="14161A"/>
          </a:solidFill>
          <a:ln xmlns:a="http://schemas.openxmlformats.org/drawingml/2006/main" w="9525">
            <a:solidFill>
              <a:srgbClr val="34373D"/>
            </a:solidFill>
            <a:prstDash val="solid"/>
          </a:ln>
        </p:spPr>
      </p:sp>
      <p:sp>
        <p:nvSpPr>
          <p:cNvPr id="13" name="shape-117">
            <a:extLst xmlns:a="http://schemas.openxmlformats.org/drawingml/2006/main">
              <a:ext uri="{FF2B5EF4-FFF2-40B4-BE49-F238E27FC236}">
                <a16:creationId xmlns:a16="http://schemas.microsoft.com/office/drawing/2014/main" id="{F8302F75-1AB6-433F-9FA3-24CCED64DD1E}"/>
              </a:ext>
            </a:extLst>
          </p:cNvPr>
          <p:cNvSpPr>
            <a:spLocks xmlns:a="http://schemas.openxmlformats.org/drawingml/2006/main" noGrp="1"/>
          </p:cNvSpPr>
          <p:nvPr/>
        </p:nvSpPr>
        <p:spPr>
          <a:xfrm xmlns:a="http://schemas.openxmlformats.org/drawingml/2006/main">
            <a:off x="3619500" y="2038350"/>
            <a:ext cx="2114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3474E"/>
                </a:solidFill>
                <a:latin typeface="Arial"/>
                <a:ea typeface="Arial"/>
                <a:cs typeface="Arial"/>
              </a:defRPr>
            </a:defPPr>
            <a:lvl1pPr algn="l">
              <a:defRPr sz="1125" b="1">
                <a:solidFill>
                  <a:srgbClr val="E3474E"/>
                </a:solidFill>
                <a:latin typeface="Arial"/>
                <a:ea typeface="Arial"/>
                <a:cs typeface="Arial"/>
              </a:defRPr>
            </a:lvl1pPr>
            <a:lvl2pPr algn="l">
              <a:defRPr sz="1125" b="1">
                <a:solidFill>
                  <a:srgbClr val="E3474E"/>
                </a:solidFill>
                <a:latin typeface="Arial"/>
                <a:ea typeface="Arial"/>
                <a:cs typeface="Arial"/>
              </a:defRPr>
            </a:lvl2pPr>
            <a:lvl3pPr algn="l">
              <a:defRPr sz="1125" b="1">
                <a:solidFill>
                  <a:srgbClr val="E3474E"/>
                </a:solidFill>
                <a:latin typeface="Arial"/>
                <a:ea typeface="Arial"/>
                <a:cs typeface="Arial"/>
              </a:defRPr>
            </a:lvl3pPr>
            <a:lvl4pPr algn="l">
              <a:defRPr sz="1125" b="1">
                <a:solidFill>
                  <a:srgbClr val="E3474E"/>
                </a:solidFill>
                <a:latin typeface="Arial"/>
                <a:ea typeface="Arial"/>
                <a:cs typeface="Arial"/>
              </a:defRPr>
            </a:lvl4pPr>
            <a:lvl5pPr algn="l">
              <a:defRPr sz="1125" b="1">
                <a:solidFill>
                  <a:srgbClr val="E3474E"/>
                </a:solidFill>
                <a:latin typeface="Arial"/>
                <a:ea typeface="Arial"/>
                <a:cs typeface="Arial"/>
              </a:defRPr>
            </a:lvl5pPr>
            <a:lvl6pPr algn="l">
              <a:defRPr sz="1125" b="1">
                <a:solidFill>
                  <a:srgbClr val="E3474E"/>
                </a:solidFill>
                <a:latin typeface="Arial"/>
                <a:ea typeface="Arial"/>
                <a:cs typeface="Arial"/>
              </a:defRPr>
            </a:lvl6pPr>
            <a:lvl7pPr algn="l">
              <a:defRPr sz="1125" b="1">
                <a:solidFill>
                  <a:srgbClr val="E3474E"/>
                </a:solidFill>
                <a:latin typeface="Arial"/>
                <a:ea typeface="Arial"/>
                <a:cs typeface="Arial"/>
              </a:defRPr>
            </a:lvl7pPr>
            <a:lvl8pPr algn="l">
              <a:defRPr sz="1125" b="1">
                <a:solidFill>
                  <a:srgbClr val="E3474E"/>
                </a:solidFill>
                <a:latin typeface="Arial"/>
                <a:ea typeface="Arial"/>
                <a:cs typeface="Arial"/>
              </a:defRPr>
            </a:lvl8pPr>
            <a:lvl9pPr algn="l">
              <a:defRPr sz="1125" b="1">
                <a:solidFill>
                  <a:srgbClr val="E3474E"/>
                </a:solidFill>
                <a:latin typeface="Arial"/>
                <a:ea typeface="Arial"/>
                <a:cs typeface="Arial"/>
              </a:defRPr>
            </a:lvl9pPr>
          </a:lstStyle>
          <a:p xmlns:a="http://schemas.openxmlformats.org/drawingml/2006/main">
            <a:pPr algn="l">
              <a:defRPr sz="1125" b="1">
                <a:solidFill>
                  <a:srgbClr val="E3474E"/>
                </a:solidFill>
                <a:latin typeface="Arial"/>
                <a:ea typeface="Arial"/>
                <a:cs typeface="Arial"/>
              </a:defRPr>
            </a:pPr>
            <a:r>
              <a:rPr sz="1125" b="1">
                <a:solidFill>
                  <a:srgbClr val="E3474E"/>
                </a:solidFill>
                <a:latin typeface="Arial"/>
                <a:ea typeface="Arial"/>
                <a:cs typeface="Arial"/>
              </a:rPr>
              <a:t>02  UNDERSTAND</a:t>
            </a:r>
          </a:p>
        </p:txBody>
      </p:sp>
      <p:sp>
        <p:nvSpPr>
          <p:cNvPr id="14" name="shape-118">
            <a:extLst xmlns:a="http://schemas.openxmlformats.org/drawingml/2006/main">
              <a:ext uri="{FF2B5EF4-FFF2-40B4-BE49-F238E27FC236}">
                <a16:creationId xmlns:a16="http://schemas.microsoft.com/office/drawing/2014/main" id="{90D76CB2-7DE9-49AE-9BD4-CFED16F97DF9}"/>
              </a:ext>
            </a:extLst>
          </p:cNvPr>
          <p:cNvSpPr>
            <a:spLocks xmlns:a="http://schemas.openxmlformats.org/drawingml/2006/main" noGrp="1"/>
          </p:cNvSpPr>
          <p:nvPr/>
        </p:nvSpPr>
        <p:spPr>
          <a:xfrm xmlns:a="http://schemas.openxmlformats.org/drawingml/2006/main">
            <a:off x="3619500" y="2419350"/>
            <a:ext cx="21145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Check identity, time, units, source and gaps.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Review transcripts before scoring.</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Rule-based cue extraction with negation handling.</a:t>
            </a:r>
          </a:p>
        </p:txBody>
      </p:sp>
      <p:sp>
        <p:nvSpPr>
          <p:cNvPr id="15" name="shape-119">
            <a:extLst xmlns:a="http://schemas.openxmlformats.org/drawingml/2006/main">
              <a:ext uri="{FF2B5EF4-FFF2-40B4-BE49-F238E27FC236}">
                <a16:creationId xmlns:a16="http://schemas.microsoft.com/office/drawing/2014/main" id="{A60952B5-9256-4E5E-9517-621337A1F360}"/>
              </a:ext>
            </a:extLst>
          </p:cNvPr>
          <p:cNvSpPr>
            <a:spLocks xmlns:a="http://schemas.openxmlformats.org/drawingml/2006/main" noGrp="1"/>
          </p:cNvSpPr>
          <p:nvPr/>
        </p:nvSpPr>
        <p:spPr>
          <a:xfrm xmlns:a="http://schemas.openxmlformats.org/drawingml/2006/main">
            <a:off x="5953125" y="2762250"/>
            <a:ext cx="219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85"/>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16" name="shape-120">
            <a:extLst xmlns:a="http://schemas.openxmlformats.org/drawingml/2006/main">
              <a:ext uri="{FF2B5EF4-FFF2-40B4-BE49-F238E27FC236}">
                <a16:creationId xmlns:a16="http://schemas.microsoft.com/office/drawing/2014/main" id="{2256711B-1190-477D-88A9-8C277562F2B5}"/>
              </a:ext>
            </a:extLst>
          </p:cNvPr>
          <p:cNvSpPr>
            <a:spLocks xmlns:a="http://schemas.openxmlformats.org/drawingml/2006/main" noGrp="1"/>
          </p:cNvSpPr>
          <p:nvPr/>
        </p:nvSpPr>
        <p:spPr>
          <a:xfrm xmlns:a="http://schemas.openxmlformats.org/drawingml/2006/main">
            <a:off x="6172200" y="1809750"/>
            <a:ext cx="2476500" cy="2343150"/>
          </a:xfrm>
          <a:prstGeom xmlns:a="http://schemas.openxmlformats.org/drawingml/2006/main" prst="roundRect">
            <a:avLst>
              <a:gd name="adj" fmla="val 4065"/>
            </a:avLst>
          </a:prstGeom>
          <a:solidFill xmlns:a="http://schemas.openxmlformats.org/drawingml/2006/main">
            <a:srgbClr val="14161A"/>
          </a:solidFill>
          <a:ln xmlns:a="http://schemas.openxmlformats.org/drawingml/2006/main" w="9525">
            <a:solidFill>
              <a:srgbClr val="34373D"/>
            </a:solidFill>
            <a:prstDash val="solid"/>
          </a:ln>
        </p:spPr>
      </p:sp>
      <p:sp>
        <p:nvSpPr>
          <p:cNvPr id="17" name="shape-121">
            <a:extLst xmlns:a="http://schemas.openxmlformats.org/drawingml/2006/main">
              <a:ext uri="{FF2B5EF4-FFF2-40B4-BE49-F238E27FC236}">
                <a16:creationId xmlns:a16="http://schemas.microsoft.com/office/drawing/2014/main" id="{037632A0-3063-4A02-866F-1D867C0A202E}"/>
              </a:ext>
            </a:extLst>
          </p:cNvPr>
          <p:cNvSpPr>
            <a:spLocks xmlns:a="http://schemas.openxmlformats.org/drawingml/2006/main" noGrp="1"/>
          </p:cNvSpPr>
          <p:nvPr/>
        </p:nvSpPr>
        <p:spPr>
          <a:xfrm xmlns:a="http://schemas.openxmlformats.org/drawingml/2006/main">
            <a:off x="6362700" y="2038350"/>
            <a:ext cx="2114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3474E"/>
                </a:solidFill>
                <a:latin typeface="Arial"/>
                <a:ea typeface="Arial"/>
                <a:cs typeface="Arial"/>
              </a:defRPr>
            </a:defPPr>
            <a:lvl1pPr algn="l">
              <a:defRPr sz="1125" b="1">
                <a:solidFill>
                  <a:srgbClr val="E3474E"/>
                </a:solidFill>
                <a:latin typeface="Arial"/>
                <a:ea typeface="Arial"/>
                <a:cs typeface="Arial"/>
              </a:defRPr>
            </a:lvl1pPr>
            <a:lvl2pPr algn="l">
              <a:defRPr sz="1125" b="1">
                <a:solidFill>
                  <a:srgbClr val="E3474E"/>
                </a:solidFill>
                <a:latin typeface="Arial"/>
                <a:ea typeface="Arial"/>
                <a:cs typeface="Arial"/>
              </a:defRPr>
            </a:lvl2pPr>
            <a:lvl3pPr algn="l">
              <a:defRPr sz="1125" b="1">
                <a:solidFill>
                  <a:srgbClr val="E3474E"/>
                </a:solidFill>
                <a:latin typeface="Arial"/>
                <a:ea typeface="Arial"/>
                <a:cs typeface="Arial"/>
              </a:defRPr>
            </a:lvl3pPr>
            <a:lvl4pPr algn="l">
              <a:defRPr sz="1125" b="1">
                <a:solidFill>
                  <a:srgbClr val="E3474E"/>
                </a:solidFill>
                <a:latin typeface="Arial"/>
                <a:ea typeface="Arial"/>
                <a:cs typeface="Arial"/>
              </a:defRPr>
            </a:lvl4pPr>
            <a:lvl5pPr algn="l">
              <a:defRPr sz="1125" b="1">
                <a:solidFill>
                  <a:srgbClr val="E3474E"/>
                </a:solidFill>
                <a:latin typeface="Arial"/>
                <a:ea typeface="Arial"/>
                <a:cs typeface="Arial"/>
              </a:defRPr>
            </a:lvl5pPr>
            <a:lvl6pPr algn="l">
              <a:defRPr sz="1125" b="1">
                <a:solidFill>
                  <a:srgbClr val="E3474E"/>
                </a:solidFill>
                <a:latin typeface="Arial"/>
                <a:ea typeface="Arial"/>
                <a:cs typeface="Arial"/>
              </a:defRPr>
            </a:lvl6pPr>
            <a:lvl7pPr algn="l">
              <a:defRPr sz="1125" b="1">
                <a:solidFill>
                  <a:srgbClr val="E3474E"/>
                </a:solidFill>
                <a:latin typeface="Arial"/>
                <a:ea typeface="Arial"/>
                <a:cs typeface="Arial"/>
              </a:defRPr>
            </a:lvl7pPr>
            <a:lvl8pPr algn="l">
              <a:defRPr sz="1125" b="1">
                <a:solidFill>
                  <a:srgbClr val="E3474E"/>
                </a:solidFill>
                <a:latin typeface="Arial"/>
                <a:ea typeface="Arial"/>
                <a:cs typeface="Arial"/>
              </a:defRPr>
            </a:lvl8pPr>
            <a:lvl9pPr algn="l">
              <a:defRPr sz="1125" b="1">
                <a:solidFill>
                  <a:srgbClr val="E3474E"/>
                </a:solidFill>
                <a:latin typeface="Arial"/>
                <a:ea typeface="Arial"/>
                <a:cs typeface="Arial"/>
              </a:defRPr>
            </a:lvl9pPr>
          </a:lstStyle>
          <a:p xmlns:a="http://schemas.openxmlformats.org/drawingml/2006/main">
            <a:pPr algn="l">
              <a:defRPr sz="1125" b="1">
                <a:solidFill>
                  <a:srgbClr val="E3474E"/>
                </a:solidFill>
                <a:latin typeface="Arial"/>
                <a:ea typeface="Arial"/>
                <a:cs typeface="Arial"/>
              </a:defRPr>
            </a:pPr>
            <a:r>
              <a:rPr sz="1125" b="1">
                <a:solidFill>
                  <a:srgbClr val="E3474E"/>
                </a:solidFill>
                <a:latin typeface="Arial"/>
                <a:ea typeface="Arial"/>
                <a:cs typeface="Arial"/>
              </a:rPr>
              <a:t>03  SCORE</a:t>
            </a:r>
          </a:p>
        </p:txBody>
      </p:sp>
      <p:sp>
        <p:nvSpPr>
          <p:cNvPr id="18" name="shape-122">
            <a:extLst xmlns:a="http://schemas.openxmlformats.org/drawingml/2006/main">
              <a:ext uri="{FF2B5EF4-FFF2-40B4-BE49-F238E27FC236}">
                <a16:creationId xmlns:a16="http://schemas.microsoft.com/office/drawing/2014/main" id="{ED0AD9B8-0832-41F6-AA44-EE9492E75B95}"/>
              </a:ext>
            </a:extLst>
          </p:cNvPr>
          <p:cNvSpPr>
            <a:spLocks xmlns:a="http://schemas.openxmlformats.org/drawingml/2006/main" noGrp="1"/>
          </p:cNvSpPr>
          <p:nvPr/>
        </p:nvSpPr>
        <p:spPr>
          <a:xfrm xmlns:a="http://schemas.openxmlformats.org/drawingml/2006/main">
            <a:off x="6362700" y="2419350"/>
            <a:ext cx="21145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Build personal-baseline features.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Combine rules with an Isolation Forest anomaly score.</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Return unknown when data are insufficient.</a:t>
            </a:r>
          </a:p>
        </p:txBody>
      </p:sp>
      <p:sp>
        <p:nvSpPr>
          <p:cNvPr id="19" name="shape-123">
            <a:extLst xmlns:a="http://schemas.openxmlformats.org/drawingml/2006/main">
              <a:ext uri="{FF2B5EF4-FFF2-40B4-BE49-F238E27FC236}">
                <a16:creationId xmlns:a16="http://schemas.microsoft.com/office/drawing/2014/main" id="{C458FF79-EBCE-4CE9-B1EF-D493483AC2F9}"/>
              </a:ext>
            </a:extLst>
          </p:cNvPr>
          <p:cNvSpPr>
            <a:spLocks xmlns:a="http://schemas.openxmlformats.org/drawingml/2006/main" noGrp="1"/>
          </p:cNvSpPr>
          <p:nvPr/>
        </p:nvSpPr>
        <p:spPr>
          <a:xfrm xmlns:a="http://schemas.openxmlformats.org/drawingml/2006/main">
            <a:off x="8696325" y="2762250"/>
            <a:ext cx="219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85"/>
          </a:bodyPr>
          <a:lstStyle xmlns:a="http://schemas.openxmlformats.org/drawingml/2006/main">
            <a:defPPr algn="ctr">
              <a:defRPr sz="1800" b="1">
                <a:solidFill>
                  <a:srgbClr val="E3474E"/>
                </a:solidFill>
                <a:latin typeface="Arial"/>
                <a:ea typeface="Arial"/>
                <a:cs typeface="Arial"/>
              </a:defRPr>
            </a:defPPr>
            <a:lvl1pPr algn="ctr">
              <a:defRPr sz="1800" b="1">
                <a:solidFill>
                  <a:srgbClr val="E3474E"/>
                </a:solidFill>
                <a:latin typeface="Arial"/>
                <a:ea typeface="Arial"/>
                <a:cs typeface="Arial"/>
              </a:defRPr>
            </a:lvl1pPr>
            <a:lvl2pPr algn="ctr">
              <a:defRPr sz="1800" b="1">
                <a:solidFill>
                  <a:srgbClr val="E3474E"/>
                </a:solidFill>
                <a:latin typeface="Arial"/>
                <a:ea typeface="Arial"/>
                <a:cs typeface="Arial"/>
              </a:defRPr>
            </a:lvl2pPr>
            <a:lvl3pPr algn="ctr">
              <a:defRPr sz="1800" b="1">
                <a:solidFill>
                  <a:srgbClr val="E3474E"/>
                </a:solidFill>
                <a:latin typeface="Arial"/>
                <a:ea typeface="Arial"/>
                <a:cs typeface="Arial"/>
              </a:defRPr>
            </a:lvl3pPr>
            <a:lvl4pPr algn="ctr">
              <a:defRPr sz="1800" b="1">
                <a:solidFill>
                  <a:srgbClr val="E3474E"/>
                </a:solidFill>
                <a:latin typeface="Arial"/>
                <a:ea typeface="Arial"/>
                <a:cs typeface="Arial"/>
              </a:defRPr>
            </a:lvl4pPr>
            <a:lvl5pPr algn="ctr">
              <a:defRPr sz="1800" b="1">
                <a:solidFill>
                  <a:srgbClr val="E3474E"/>
                </a:solidFill>
                <a:latin typeface="Arial"/>
                <a:ea typeface="Arial"/>
                <a:cs typeface="Arial"/>
              </a:defRPr>
            </a:lvl5pPr>
            <a:lvl6pPr algn="ctr">
              <a:defRPr sz="1800" b="1">
                <a:solidFill>
                  <a:srgbClr val="E3474E"/>
                </a:solidFill>
                <a:latin typeface="Arial"/>
                <a:ea typeface="Arial"/>
                <a:cs typeface="Arial"/>
              </a:defRPr>
            </a:lvl6pPr>
            <a:lvl7pPr algn="ctr">
              <a:defRPr sz="1800" b="1">
                <a:solidFill>
                  <a:srgbClr val="E3474E"/>
                </a:solidFill>
                <a:latin typeface="Arial"/>
                <a:ea typeface="Arial"/>
                <a:cs typeface="Arial"/>
              </a:defRPr>
            </a:lvl7pPr>
            <a:lvl8pPr algn="ctr">
              <a:defRPr sz="1800" b="1">
                <a:solidFill>
                  <a:srgbClr val="E3474E"/>
                </a:solidFill>
                <a:latin typeface="Arial"/>
                <a:ea typeface="Arial"/>
                <a:cs typeface="Arial"/>
              </a:defRPr>
            </a:lvl8pPr>
            <a:lvl9pPr algn="ctr">
              <a:defRPr sz="1800" b="1">
                <a:solidFill>
                  <a:srgbClr val="E3474E"/>
                </a:solidFill>
                <a:latin typeface="Arial"/>
                <a:ea typeface="Arial"/>
                <a:cs typeface="Arial"/>
              </a:defRPr>
            </a:lvl9pPr>
          </a:lstStyle>
          <a:p xmlns:a="http://schemas.openxmlformats.org/drawingml/2006/main">
            <a:pPr algn="ctr">
              <a:defRPr sz="1800" b="1">
                <a:solidFill>
                  <a:srgbClr val="E3474E"/>
                </a:solidFill>
                <a:latin typeface="Arial"/>
                <a:ea typeface="Arial"/>
                <a:cs typeface="Arial"/>
              </a:defRPr>
            </a:pPr>
            <a:r>
              <a:rPr sz="1800" b="1">
                <a:solidFill>
                  <a:srgbClr val="E3474E"/>
                </a:solidFill>
                <a:latin typeface="Arial"/>
                <a:ea typeface="Arial"/>
                <a:cs typeface="Arial"/>
              </a:rPr>
              <a:t>→</a:t>
            </a:r>
          </a:p>
        </p:txBody>
      </p:sp>
      <p:sp>
        <p:nvSpPr>
          <p:cNvPr id="20" name="shape-124">
            <a:extLst xmlns:a="http://schemas.openxmlformats.org/drawingml/2006/main">
              <a:ext uri="{FF2B5EF4-FFF2-40B4-BE49-F238E27FC236}">
                <a16:creationId xmlns:a16="http://schemas.microsoft.com/office/drawing/2014/main" id="{1848284E-19AD-4F7D-98D9-4ACCB7F41045}"/>
              </a:ext>
            </a:extLst>
          </p:cNvPr>
          <p:cNvSpPr>
            <a:spLocks xmlns:a="http://schemas.openxmlformats.org/drawingml/2006/main" noGrp="1"/>
          </p:cNvSpPr>
          <p:nvPr/>
        </p:nvSpPr>
        <p:spPr>
          <a:xfrm xmlns:a="http://schemas.openxmlformats.org/drawingml/2006/main">
            <a:off x="8915400" y="1809750"/>
            <a:ext cx="2476500" cy="2343150"/>
          </a:xfrm>
          <a:prstGeom xmlns:a="http://schemas.openxmlformats.org/drawingml/2006/main" prst="roundRect">
            <a:avLst>
              <a:gd name="adj" fmla="val 4065"/>
            </a:avLst>
          </a:prstGeom>
          <a:solidFill xmlns:a="http://schemas.openxmlformats.org/drawingml/2006/main">
            <a:srgbClr val="14161A"/>
          </a:solidFill>
          <a:ln xmlns:a="http://schemas.openxmlformats.org/drawingml/2006/main" w="9525">
            <a:solidFill>
              <a:srgbClr val="34373D"/>
            </a:solidFill>
            <a:prstDash val="solid"/>
          </a:ln>
        </p:spPr>
      </p:sp>
      <p:sp>
        <p:nvSpPr>
          <p:cNvPr id="21" name="shape-125">
            <a:extLst xmlns:a="http://schemas.openxmlformats.org/drawingml/2006/main">
              <a:ext uri="{FF2B5EF4-FFF2-40B4-BE49-F238E27FC236}">
                <a16:creationId xmlns:a16="http://schemas.microsoft.com/office/drawing/2014/main" id="{140EB7DD-F0C6-45AF-9CB4-9E127B1D2F30}"/>
              </a:ext>
            </a:extLst>
          </p:cNvPr>
          <p:cNvSpPr>
            <a:spLocks xmlns:a="http://schemas.openxmlformats.org/drawingml/2006/main" noGrp="1"/>
          </p:cNvSpPr>
          <p:nvPr/>
        </p:nvSpPr>
        <p:spPr>
          <a:xfrm xmlns:a="http://schemas.openxmlformats.org/drawingml/2006/main">
            <a:off x="9105900" y="2038350"/>
            <a:ext cx="2114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3474E"/>
                </a:solidFill>
                <a:latin typeface="Arial"/>
                <a:ea typeface="Arial"/>
                <a:cs typeface="Arial"/>
              </a:defRPr>
            </a:defPPr>
            <a:lvl1pPr algn="l">
              <a:defRPr sz="1125" b="1">
                <a:solidFill>
                  <a:srgbClr val="E3474E"/>
                </a:solidFill>
                <a:latin typeface="Arial"/>
                <a:ea typeface="Arial"/>
                <a:cs typeface="Arial"/>
              </a:defRPr>
            </a:lvl1pPr>
            <a:lvl2pPr algn="l">
              <a:defRPr sz="1125" b="1">
                <a:solidFill>
                  <a:srgbClr val="E3474E"/>
                </a:solidFill>
                <a:latin typeface="Arial"/>
                <a:ea typeface="Arial"/>
                <a:cs typeface="Arial"/>
              </a:defRPr>
            </a:lvl2pPr>
            <a:lvl3pPr algn="l">
              <a:defRPr sz="1125" b="1">
                <a:solidFill>
                  <a:srgbClr val="E3474E"/>
                </a:solidFill>
                <a:latin typeface="Arial"/>
                <a:ea typeface="Arial"/>
                <a:cs typeface="Arial"/>
              </a:defRPr>
            </a:lvl3pPr>
            <a:lvl4pPr algn="l">
              <a:defRPr sz="1125" b="1">
                <a:solidFill>
                  <a:srgbClr val="E3474E"/>
                </a:solidFill>
                <a:latin typeface="Arial"/>
                <a:ea typeface="Arial"/>
                <a:cs typeface="Arial"/>
              </a:defRPr>
            </a:lvl4pPr>
            <a:lvl5pPr algn="l">
              <a:defRPr sz="1125" b="1">
                <a:solidFill>
                  <a:srgbClr val="E3474E"/>
                </a:solidFill>
                <a:latin typeface="Arial"/>
                <a:ea typeface="Arial"/>
                <a:cs typeface="Arial"/>
              </a:defRPr>
            </a:lvl5pPr>
            <a:lvl6pPr algn="l">
              <a:defRPr sz="1125" b="1">
                <a:solidFill>
                  <a:srgbClr val="E3474E"/>
                </a:solidFill>
                <a:latin typeface="Arial"/>
                <a:ea typeface="Arial"/>
                <a:cs typeface="Arial"/>
              </a:defRPr>
            </a:lvl6pPr>
            <a:lvl7pPr algn="l">
              <a:defRPr sz="1125" b="1">
                <a:solidFill>
                  <a:srgbClr val="E3474E"/>
                </a:solidFill>
                <a:latin typeface="Arial"/>
                <a:ea typeface="Arial"/>
                <a:cs typeface="Arial"/>
              </a:defRPr>
            </a:lvl7pPr>
            <a:lvl8pPr algn="l">
              <a:defRPr sz="1125" b="1">
                <a:solidFill>
                  <a:srgbClr val="E3474E"/>
                </a:solidFill>
                <a:latin typeface="Arial"/>
                <a:ea typeface="Arial"/>
                <a:cs typeface="Arial"/>
              </a:defRPr>
            </a:lvl8pPr>
            <a:lvl9pPr algn="l">
              <a:defRPr sz="1125" b="1">
                <a:solidFill>
                  <a:srgbClr val="E3474E"/>
                </a:solidFill>
                <a:latin typeface="Arial"/>
                <a:ea typeface="Arial"/>
                <a:cs typeface="Arial"/>
              </a:defRPr>
            </a:lvl9pPr>
          </a:lstStyle>
          <a:p xmlns:a="http://schemas.openxmlformats.org/drawingml/2006/main">
            <a:pPr algn="l">
              <a:defRPr sz="1125" b="1">
                <a:solidFill>
                  <a:srgbClr val="E3474E"/>
                </a:solidFill>
                <a:latin typeface="Arial"/>
                <a:ea typeface="Arial"/>
                <a:cs typeface="Arial"/>
              </a:defRPr>
            </a:pPr>
            <a:r>
              <a:rPr sz="1125" b="1">
                <a:solidFill>
                  <a:srgbClr val="E3474E"/>
                </a:solidFill>
                <a:latin typeface="Arial"/>
                <a:ea typeface="Arial"/>
                <a:cs typeface="Arial"/>
              </a:rPr>
              <a:t>04  RESPOND</a:t>
            </a:r>
          </a:p>
        </p:txBody>
      </p:sp>
      <p:sp>
        <p:nvSpPr>
          <p:cNvPr id="22" name="shape-126">
            <a:extLst xmlns:a="http://schemas.openxmlformats.org/drawingml/2006/main">
              <a:ext uri="{FF2B5EF4-FFF2-40B4-BE49-F238E27FC236}">
                <a16:creationId xmlns:a16="http://schemas.microsoft.com/office/drawing/2014/main" id="{1F4C6C1C-F376-4445-BC00-0F42D72CC722}"/>
              </a:ext>
            </a:extLst>
          </p:cNvPr>
          <p:cNvSpPr>
            <a:spLocks xmlns:a="http://schemas.openxmlformats.org/drawingml/2006/main" noGrp="1"/>
          </p:cNvSpPr>
          <p:nvPr/>
        </p:nvSpPr>
        <p:spPr>
          <a:xfrm xmlns:a="http://schemas.openxmlformats.org/drawingml/2006/main">
            <a:off x="9105900" y="2419350"/>
            <a:ext cx="21145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Rank the coordinator queue by urgency.</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Show dated reasons and a next action.</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Record the human follow-up and outcome.</a:t>
            </a:r>
          </a:p>
        </p:txBody>
      </p:sp>
      <p:sp>
        <p:nvSpPr>
          <p:cNvPr id="23" name="shape-127">
            <a:extLst xmlns:a="http://schemas.openxmlformats.org/drawingml/2006/main">
              <a:ext uri="{FF2B5EF4-FFF2-40B4-BE49-F238E27FC236}">
                <a16:creationId xmlns:a16="http://schemas.microsoft.com/office/drawing/2014/main" id="{389057DA-41E8-495D-93AB-B97AAB49D667}"/>
              </a:ext>
            </a:extLst>
          </p:cNvPr>
          <p:cNvSpPr>
            <a:spLocks xmlns:a="http://schemas.openxmlformats.org/drawingml/2006/main" noGrp="1"/>
          </p:cNvSpPr>
          <p:nvPr/>
        </p:nvSpPr>
        <p:spPr>
          <a:xfrm xmlns:a="http://schemas.openxmlformats.org/drawingml/2006/main">
            <a:off x="685800" y="45148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PRIVACY AND DELIVERY BOUNDARIES</a:t>
            </a:r>
          </a:p>
        </p:txBody>
      </p:sp>
      <p:sp>
        <p:nvSpPr>
          <p:cNvPr id="24" name="shape-128">
            <a:extLst xmlns:a="http://schemas.openxmlformats.org/drawingml/2006/main">
              <a:ext uri="{FF2B5EF4-FFF2-40B4-BE49-F238E27FC236}">
                <a16:creationId xmlns:a16="http://schemas.microsoft.com/office/drawing/2014/main" id="{73B10BF8-51FF-4A4D-9F2F-CD74CE231E9C}"/>
              </a:ext>
            </a:extLst>
          </p:cNvPr>
          <p:cNvSpPr>
            <a:spLocks xmlns:a="http://schemas.openxmlformats.org/drawingml/2006/main" noGrp="1"/>
          </p:cNvSpPr>
          <p:nvPr/>
        </p:nvSpPr>
        <p:spPr>
          <a:xfrm xmlns:a="http://schemas.openxmlformats.org/drawingml/2006/main">
            <a:off x="685800" y="4895850"/>
            <a:ext cx="3257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DATA + ACCESS</a:t>
            </a:r>
          </a:p>
        </p:txBody>
      </p:sp>
      <p:sp>
        <p:nvSpPr>
          <p:cNvPr id="25" name="shape-129">
            <a:extLst xmlns:a="http://schemas.openxmlformats.org/drawingml/2006/main">
              <a:ext uri="{FF2B5EF4-FFF2-40B4-BE49-F238E27FC236}">
                <a16:creationId xmlns:a16="http://schemas.microsoft.com/office/drawing/2014/main" id="{EF1716C0-1B28-4C76-9F33-6435B14AF352}"/>
              </a:ext>
            </a:extLst>
          </p:cNvPr>
          <p:cNvSpPr>
            <a:spLocks xmlns:a="http://schemas.openxmlformats.org/drawingml/2006/main" noGrp="1"/>
          </p:cNvSpPr>
          <p:nvPr/>
        </p:nvSpPr>
        <p:spPr>
          <a:xfrm xmlns:a="http://schemas.openxmlformats.org/drawingml/2006/main">
            <a:off x="685800" y="5162550"/>
            <a:ext cx="3257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Supabase Auth, Postgres and role-scoped row access.</a:t>
            </a:r>
          </a:p>
        </p:txBody>
      </p:sp>
      <p:sp>
        <p:nvSpPr>
          <p:cNvPr id="26" name="shape-130">
            <a:extLst xmlns:a="http://schemas.openxmlformats.org/drawingml/2006/main">
              <a:ext uri="{FF2B5EF4-FFF2-40B4-BE49-F238E27FC236}">
                <a16:creationId xmlns:a16="http://schemas.microsoft.com/office/drawing/2014/main" id="{00CCD466-BB71-4BF9-BD7D-46742B1D12BD}"/>
              </a:ext>
            </a:extLst>
          </p:cNvPr>
          <p:cNvSpPr>
            <a:spLocks xmlns:a="http://schemas.openxmlformats.org/drawingml/2006/main" noGrp="1"/>
          </p:cNvSpPr>
          <p:nvPr/>
        </p:nvSpPr>
        <p:spPr>
          <a:xfrm xmlns:a="http://schemas.openxmlformats.org/drawingml/2006/main">
            <a:off x="4343400" y="4895850"/>
            <a:ext cx="3257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AUDIO</a:t>
            </a:r>
          </a:p>
        </p:txBody>
      </p:sp>
      <p:sp>
        <p:nvSpPr>
          <p:cNvPr id="27" name="shape-131">
            <a:extLst xmlns:a="http://schemas.openxmlformats.org/drawingml/2006/main">
              <a:ext uri="{FF2B5EF4-FFF2-40B4-BE49-F238E27FC236}">
                <a16:creationId xmlns:a16="http://schemas.microsoft.com/office/drawing/2014/main" id="{0A394CD9-B6DB-40E1-9E57-AF53A29D7616}"/>
              </a:ext>
            </a:extLst>
          </p:cNvPr>
          <p:cNvSpPr>
            <a:spLocks xmlns:a="http://schemas.openxmlformats.org/drawingml/2006/main" noGrp="1"/>
          </p:cNvSpPr>
          <p:nvPr/>
        </p:nvSpPr>
        <p:spPr>
          <a:xfrm xmlns:a="http://schemas.openxmlformats.org/drawingml/2006/main">
            <a:off x="4343400" y="5162550"/>
            <a:ext cx="3257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faster-whisper runs locally; a person checks words before use.</a:t>
            </a:r>
          </a:p>
        </p:txBody>
      </p:sp>
      <p:sp>
        <p:nvSpPr>
          <p:cNvPr id="28" name="shape-132">
            <a:extLst xmlns:a="http://schemas.openxmlformats.org/drawingml/2006/main">
              <a:ext uri="{FF2B5EF4-FFF2-40B4-BE49-F238E27FC236}">
                <a16:creationId xmlns:a16="http://schemas.microsoft.com/office/drawing/2014/main" id="{CF3D812A-A35E-47AF-B810-F387430F3CA1}"/>
              </a:ext>
            </a:extLst>
          </p:cNvPr>
          <p:cNvSpPr>
            <a:spLocks xmlns:a="http://schemas.openxmlformats.org/drawingml/2006/main" noGrp="1"/>
          </p:cNvSpPr>
          <p:nvPr/>
        </p:nvSpPr>
        <p:spPr>
          <a:xfrm xmlns:a="http://schemas.openxmlformats.org/drawingml/2006/main">
            <a:off x="8001000" y="4895850"/>
            <a:ext cx="3257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FAMILY REPORT</a:t>
            </a:r>
          </a:p>
        </p:txBody>
      </p:sp>
      <p:sp>
        <p:nvSpPr>
          <p:cNvPr id="29" name="shape-133">
            <a:extLst xmlns:a="http://schemas.openxmlformats.org/drawingml/2006/main">
              <a:ext uri="{FF2B5EF4-FFF2-40B4-BE49-F238E27FC236}">
                <a16:creationId xmlns:a16="http://schemas.microsoft.com/office/drawing/2014/main" id="{4D413D24-C427-4638-A245-E9EC2CE143E9}"/>
              </a:ext>
            </a:extLst>
          </p:cNvPr>
          <p:cNvSpPr>
            <a:spLocks xmlns:a="http://schemas.openxmlformats.org/drawingml/2006/main" noGrp="1"/>
          </p:cNvSpPr>
          <p:nvPr/>
        </p:nvSpPr>
        <p:spPr>
          <a:xfrm xmlns:a="http://schemas.openxmlformats.org/drawingml/2006/main">
            <a:off x="8001000" y="5162550"/>
            <a:ext cx="3257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n8n model draft → evidence check → staff approval → consent check.</a:t>
            </a:r>
          </a:p>
        </p:txBody>
      </p:sp>
      <p:sp>
        <p:nvSpPr>
          <p:cNvPr id="30" name="shape-134">
            <a:extLst xmlns:a="http://schemas.openxmlformats.org/drawingml/2006/main">
              <a:ext uri="{FF2B5EF4-FFF2-40B4-BE49-F238E27FC236}">
                <a16:creationId xmlns:a16="http://schemas.microsoft.com/office/drawing/2014/main" id="{555747AE-16EF-43A0-B65A-76E2C6A0C703}"/>
              </a:ext>
            </a:extLst>
          </p:cNvPr>
          <p:cNvSpPr>
            <a:spLocks xmlns:a="http://schemas.openxmlformats.org/drawingml/2006/main" noGrp="1"/>
          </p:cNvSpPr>
          <p:nvPr/>
        </p:nvSpPr>
        <p:spPr>
          <a:xfrm xmlns:a="http://schemas.openxmlformats.org/drawingml/2006/main">
            <a:off x="685800" y="59817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F2F0"/>
                </a:solidFill>
                <a:latin typeface="Arial"/>
                <a:ea typeface="Arial"/>
                <a:cs typeface="Arial"/>
              </a:defRPr>
            </a:defPPr>
            <a:lvl1pPr algn="l">
              <a:defRPr sz="1200" b="1">
                <a:solidFill>
                  <a:srgbClr val="F5F2F0"/>
                </a:solidFill>
                <a:latin typeface="Arial"/>
                <a:ea typeface="Arial"/>
                <a:cs typeface="Arial"/>
              </a:defRPr>
            </a:lvl1pPr>
            <a:lvl2pPr algn="l">
              <a:defRPr sz="1200" b="1">
                <a:solidFill>
                  <a:srgbClr val="F5F2F0"/>
                </a:solidFill>
                <a:latin typeface="Arial"/>
                <a:ea typeface="Arial"/>
                <a:cs typeface="Arial"/>
              </a:defRPr>
            </a:lvl2pPr>
            <a:lvl3pPr algn="l">
              <a:defRPr sz="1200" b="1">
                <a:solidFill>
                  <a:srgbClr val="F5F2F0"/>
                </a:solidFill>
                <a:latin typeface="Arial"/>
                <a:ea typeface="Arial"/>
                <a:cs typeface="Arial"/>
              </a:defRPr>
            </a:lvl3pPr>
            <a:lvl4pPr algn="l">
              <a:defRPr sz="1200" b="1">
                <a:solidFill>
                  <a:srgbClr val="F5F2F0"/>
                </a:solidFill>
                <a:latin typeface="Arial"/>
                <a:ea typeface="Arial"/>
                <a:cs typeface="Arial"/>
              </a:defRPr>
            </a:lvl4pPr>
            <a:lvl5pPr algn="l">
              <a:defRPr sz="1200" b="1">
                <a:solidFill>
                  <a:srgbClr val="F5F2F0"/>
                </a:solidFill>
                <a:latin typeface="Arial"/>
                <a:ea typeface="Arial"/>
                <a:cs typeface="Arial"/>
              </a:defRPr>
            </a:lvl5pPr>
            <a:lvl6pPr algn="l">
              <a:defRPr sz="1200" b="1">
                <a:solidFill>
                  <a:srgbClr val="F5F2F0"/>
                </a:solidFill>
                <a:latin typeface="Arial"/>
                <a:ea typeface="Arial"/>
                <a:cs typeface="Arial"/>
              </a:defRPr>
            </a:lvl6pPr>
            <a:lvl7pPr algn="l">
              <a:defRPr sz="1200" b="1">
                <a:solidFill>
                  <a:srgbClr val="F5F2F0"/>
                </a:solidFill>
                <a:latin typeface="Arial"/>
                <a:ea typeface="Arial"/>
                <a:cs typeface="Arial"/>
              </a:defRPr>
            </a:lvl7pPr>
            <a:lvl8pPr algn="l">
              <a:defRPr sz="1200" b="1">
                <a:solidFill>
                  <a:srgbClr val="F5F2F0"/>
                </a:solidFill>
                <a:latin typeface="Arial"/>
                <a:ea typeface="Arial"/>
                <a:cs typeface="Arial"/>
              </a:defRPr>
            </a:lvl8pPr>
            <a:lvl9pPr algn="l">
              <a:defRPr sz="1200" b="1">
                <a:solidFill>
                  <a:srgbClr val="F5F2F0"/>
                </a:solidFill>
                <a:latin typeface="Arial"/>
                <a:ea typeface="Arial"/>
                <a:cs typeface="Arial"/>
              </a:defRPr>
            </a:lvl9pPr>
          </a:lstStyle>
          <a:p xmlns:a="http://schemas.openxmlformats.org/drawingml/2006/main">
            <a:pPr algn="l">
              <a:defRPr sz="1200" b="1">
                <a:solidFill>
                  <a:srgbClr val="F5F2F0"/>
                </a:solidFill>
                <a:latin typeface="Arial"/>
                <a:ea typeface="Arial"/>
                <a:cs typeface="Arial"/>
              </a:defRPr>
            </a:pPr>
            <a:r>
              <a:rPr sz="1200" b="1">
                <a:solidFill>
                  <a:srgbClr val="F5F2F0"/>
                </a:solidFill>
                <a:latin typeface="Arial"/>
                <a:ea typeface="Arial"/>
                <a:cs typeface="Arial"/>
              </a:rPr>
              <a:t>A risk flag supports care prioritisation; it never tells a senior or family member that they have a condition.</a:t>
            </a:r>
          </a:p>
        </p:txBody>
      </p:sp>
    </p:spTree>
    <p:extLst>
      <p:ext uri="{BB962C8B-B14F-4D97-AF65-F5344CB8AC3E}">
        <p14:creationId xmlns:p14="http://schemas.microsoft.com/office/powerpoint/2010/main" val="130933889"/>
      </p:ext>
    </p:extLst>
  </p:cSld>
</p:sld>
</file>

<file path=ppt/slides/slide5.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39" name="shape-135">
            <a:extLst xmlns:a="http://schemas.openxmlformats.org/drawingml/2006/main">
              <a:ext uri="{FF2B5EF4-FFF2-40B4-BE49-F238E27FC236}">
                <a16:creationId xmlns:a16="http://schemas.microsoft.com/office/drawing/2014/main" id="{595B7864-7591-40BF-A9C0-B6408A69BDF8}"/>
              </a:ext>
            </a:extLst>
          </p:cNvPr>
          <p:cNvSpPr>
            <a:spLocks xmlns:a="http://schemas.openxmlformats.org/drawingml/2006/main" noGrp="1"/>
          </p:cNvSpPr>
          <p:nvPr/>
        </p:nvSpPr>
        <p:spPr>
          <a:xfrm xmlns:a="http://schemas.openxmlformats.org/drawingml/2006/main">
            <a:off x="685800" y="3238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CARE</a:t>
            </a:r>
          </a:p>
        </p:txBody>
      </p:sp>
      <p:sp>
        <p:nvSpPr>
          <p:cNvPr id="2" name="shape-136">
            <a:extLst xmlns:a="http://schemas.openxmlformats.org/drawingml/2006/main">
              <a:ext uri="{FF2B5EF4-FFF2-40B4-BE49-F238E27FC236}">
                <a16:creationId xmlns:a16="http://schemas.microsoft.com/office/drawing/2014/main" id="{65F22B07-1AA1-4E8A-A745-BD281080CA57}"/>
              </a:ext>
            </a:extLst>
          </p:cNvPr>
          <p:cNvSpPr>
            <a:spLocks xmlns:a="http://schemas.openxmlformats.org/drawingml/2006/main" noGrp="1"/>
          </p:cNvSpPr>
          <p:nvPr/>
        </p:nvSpPr>
        <p:spPr>
          <a:xfrm xmlns:a="http://schemas.openxmlformats.org/drawingml/2006/main">
            <a:off x="685800" y="62865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2F0"/>
                </a:solidFill>
                <a:latin typeface="Arial"/>
                <a:ea typeface="Arial"/>
                <a:cs typeface="Arial"/>
              </a:defRPr>
            </a:defPPr>
            <a:lvl1pPr algn="l">
              <a:defRPr sz="2850" b="1">
                <a:solidFill>
                  <a:srgbClr val="F5F2F0"/>
                </a:solidFill>
                <a:latin typeface="Arial"/>
                <a:ea typeface="Arial"/>
                <a:cs typeface="Arial"/>
              </a:defRPr>
            </a:lvl1pPr>
            <a:lvl2pPr algn="l">
              <a:defRPr sz="2850" b="1">
                <a:solidFill>
                  <a:srgbClr val="F5F2F0"/>
                </a:solidFill>
                <a:latin typeface="Arial"/>
                <a:ea typeface="Arial"/>
                <a:cs typeface="Arial"/>
              </a:defRPr>
            </a:lvl2pPr>
            <a:lvl3pPr algn="l">
              <a:defRPr sz="2850" b="1">
                <a:solidFill>
                  <a:srgbClr val="F5F2F0"/>
                </a:solidFill>
                <a:latin typeface="Arial"/>
                <a:ea typeface="Arial"/>
                <a:cs typeface="Arial"/>
              </a:defRPr>
            </a:lvl3pPr>
            <a:lvl4pPr algn="l">
              <a:defRPr sz="2850" b="1">
                <a:solidFill>
                  <a:srgbClr val="F5F2F0"/>
                </a:solidFill>
                <a:latin typeface="Arial"/>
                <a:ea typeface="Arial"/>
                <a:cs typeface="Arial"/>
              </a:defRPr>
            </a:lvl4pPr>
            <a:lvl5pPr algn="l">
              <a:defRPr sz="2850" b="1">
                <a:solidFill>
                  <a:srgbClr val="F5F2F0"/>
                </a:solidFill>
                <a:latin typeface="Arial"/>
                <a:ea typeface="Arial"/>
                <a:cs typeface="Arial"/>
              </a:defRPr>
            </a:lvl5pPr>
            <a:lvl6pPr algn="l">
              <a:defRPr sz="2850" b="1">
                <a:solidFill>
                  <a:srgbClr val="F5F2F0"/>
                </a:solidFill>
                <a:latin typeface="Arial"/>
                <a:ea typeface="Arial"/>
                <a:cs typeface="Arial"/>
              </a:defRPr>
            </a:lvl6pPr>
            <a:lvl7pPr algn="l">
              <a:defRPr sz="2850" b="1">
                <a:solidFill>
                  <a:srgbClr val="F5F2F0"/>
                </a:solidFill>
                <a:latin typeface="Arial"/>
                <a:ea typeface="Arial"/>
                <a:cs typeface="Arial"/>
              </a:defRPr>
            </a:lvl7pPr>
            <a:lvl8pPr algn="l">
              <a:defRPr sz="2850" b="1">
                <a:solidFill>
                  <a:srgbClr val="F5F2F0"/>
                </a:solidFill>
                <a:latin typeface="Arial"/>
                <a:ea typeface="Arial"/>
                <a:cs typeface="Arial"/>
              </a:defRPr>
            </a:lvl8pPr>
            <a:lvl9pPr algn="l">
              <a:defRPr sz="2850" b="1">
                <a:solidFill>
                  <a:srgbClr val="F5F2F0"/>
                </a:solidFill>
                <a:latin typeface="Arial"/>
                <a:ea typeface="Arial"/>
                <a:cs typeface="Arial"/>
              </a:defRPr>
            </a:lvl9pPr>
          </a:lstStyle>
          <a:p xmlns:a="http://schemas.openxmlformats.org/drawingml/2006/main">
            <a:pPr algn="l">
              <a:defRPr sz="2850" b="1">
                <a:solidFill>
                  <a:srgbClr val="F5F2F0"/>
                </a:solidFill>
                <a:latin typeface="Arial"/>
                <a:ea typeface="Arial"/>
                <a:cs typeface="Arial"/>
              </a:defRPr>
            </a:pPr>
            <a:r>
              <a:rPr sz="2850" b="1">
                <a:solidFill>
                  <a:srgbClr val="F5F2F0"/>
                </a:solidFill>
                <a:latin typeface="Arial"/>
                <a:ea typeface="Arial"/>
                <a:cs typeface="Arial"/>
              </a:rPr>
              <a:t>Prototype evidence</a:t>
            </a:r>
          </a:p>
        </p:txBody>
      </p:sp>
      <p:sp>
        <p:nvSpPr>
          <p:cNvPr id="3" name="shape-137">
            <a:extLst xmlns:a="http://schemas.openxmlformats.org/drawingml/2006/main">
              <a:ext uri="{FF2B5EF4-FFF2-40B4-BE49-F238E27FC236}">
                <a16:creationId xmlns:a16="http://schemas.microsoft.com/office/drawing/2014/main" id="{03A763D4-E569-429C-B5FF-A7BABC59DC08}"/>
              </a:ext>
            </a:extLst>
          </p:cNvPr>
          <p:cNvSpPr>
            <a:spLocks xmlns:a="http://schemas.openxmlformats.org/drawingml/2006/main" noGrp="1"/>
          </p:cNvSpPr>
          <p:nvPr/>
        </p:nvSpPr>
        <p:spPr>
          <a:xfrm xmlns:a="http://schemas.openxmlformats.org/drawingml/2006/main">
            <a:off x="685800" y="11430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9BBC1"/>
                </a:solidFill>
                <a:latin typeface="Arial"/>
                <a:ea typeface="Arial"/>
                <a:cs typeface="Arial"/>
              </a:defRPr>
            </a:defPPr>
            <a:lvl1pPr algn="l">
              <a:defRPr sz="1425" b="0">
                <a:solidFill>
                  <a:srgbClr val="B9BBC1"/>
                </a:solidFill>
                <a:latin typeface="Arial"/>
                <a:ea typeface="Arial"/>
                <a:cs typeface="Arial"/>
              </a:defRPr>
            </a:lvl1pPr>
            <a:lvl2pPr algn="l">
              <a:defRPr sz="1425" b="0">
                <a:solidFill>
                  <a:srgbClr val="B9BBC1"/>
                </a:solidFill>
                <a:latin typeface="Arial"/>
                <a:ea typeface="Arial"/>
                <a:cs typeface="Arial"/>
              </a:defRPr>
            </a:lvl2pPr>
            <a:lvl3pPr algn="l">
              <a:defRPr sz="1425" b="0">
                <a:solidFill>
                  <a:srgbClr val="B9BBC1"/>
                </a:solidFill>
                <a:latin typeface="Arial"/>
                <a:ea typeface="Arial"/>
                <a:cs typeface="Arial"/>
              </a:defRPr>
            </a:lvl3pPr>
            <a:lvl4pPr algn="l">
              <a:defRPr sz="1425" b="0">
                <a:solidFill>
                  <a:srgbClr val="B9BBC1"/>
                </a:solidFill>
                <a:latin typeface="Arial"/>
                <a:ea typeface="Arial"/>
                <a:cs typeface="Arial"/>
              </a:defRPr>
            </a:lvl4pPr>
            <a:lvl5pPr algn="l">
              <a:defRPr sz="1425" b="0">
                <a:solidFill>
                  <a:srgbClr val="B9BBC1"/>
                </a:solidFill>
                <a:latin typeface="Arial"/>
                <a:ea typeface="Arial"/>
                <a:cs typeface="Arial"/>
              </a:defRPr>
            </a:lvl5pPr>
            <a:lvl6pPr algn="l">
              <a:defRPr sz="1425" b="0">
                <a:solidFill>
                  <a:srgbClr val="B9BBC1"/>
                </a:solidFill>
                <a:latin typeface="Arial"/>
                <a:ea typeface="Arial"/>
                <a:cs typeface="Arial"/>
              </a:defRPr>
            </a:lvl6pPr>
            <a:lvl7pPr algn="l">
              <a:defRPr sz="1425" b="0">
                <a:solidFill>
                  <a:srgbClr val="B9BBC1"/>
                </a:solidFill>
                <a:latin typeface="Arial"/>
                <a:ea typeface="Arial"/>
                <a:cs typeface="Arial"/>
              </a:defRPr>
            </a:lvl7pPr>
            <a:lvl8pPr algn="l">
              <a:defRPr sz="1425" b="0">
                <a:solidFill>
                  <a:srgbClr val="B9BBC1"/>
                </a:solidFill>
                <a:latin typeface="Arial"/>
                <a:ea typeface="Arial"/>
                <a:cs typeface="Arial"/>
              </a:defRPr>
            </a:lvl8pPr>
            <a:lvl9pPr algn="l">
              <a:defRPr sz="1425" b="0">
                <a:solidFill>
                  <a:srgbClr val="B9BBC1"/>
                </a:solidFill>
                <a:latin typeface="Arial"/>
                <a:ea typeface="Arial"/>
                <a:cs typeface="Arial"/>
              </a:defRPr>
            </a:lvl9pPr>
          </a:lstStyle>
          <a:p xmlns:a="http://schemas.openxmlformats.org/drawingml/2006/main">
            <a:pPr algn="l">
              <a:defRPr sz="1425" b="0">
                <a:solidFill>
                  <a:srgbClr val="B9BBC1"/>
                </a:solidFill>
                <a:latin typeface="Arial"/>
                <a:ea typeface="Arial"/>
                <a:cs typeface="Arial"/>
              </a:defRPr>
            </a:pPr>
            <a:r>
              <a:rPr sz="1425" b="0">
                <a:solidFill>
                  <a:srgbClr val="B9BBC1"/>
                </a:solidFill>
                <a:latin typeface="Arial"/>
                <a:ea typeface="Arial"/>
                <a:cs typeface="Arial"/>
              </a:rPr>
              <a:t>What is built or demonstrated, with the limits beside the claim.</a:t>
            </a:r>
          </a:p>
        </p:txBody>
      </p:sp>
      <p:sp>
        <p:nvSpPr>
          <p:cNvPr id="4" name="shape-138">
            <a:extLst xmlns:a="http://schemas.openxmlformats.org/drawingml/2006/main">
              <a:ext uri="{FF2B5EF4-FFF2-40B4-BE49-F238E27FC236}">
                <a16:creationId xmlns:a16="http://schemas.microsoft.com/office/drawing/2014/main" id="{F84BE175-039B-49CC-ABC2-8384E40D62BB}"/>
              </a:ext>
            </a:extLst>
          </p:cNvPr>
          <p:cNvSpPr>
            <a:spLocks xmlns:a="http://schemas.openxmlformats.org/drawingml/2006/main" noGrp="1"/>
          </p:cNvSpPr>
          <p:nvPr/>
        </p:nvSpPr>
        <p:spPr>
          <a:xfrm xmlns:a="http://schemas.openxmlformats.org/drawingml/2006/main">
            <a:off x="685800" y="15430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5" name="shape-139">
            <a:extLst xmlns:a="http://schemas.openxmlformats.org/drawingml/2006/main">
              <a:ext uri="{FF2B5EF4-FFF2-40B4-BE49-F238E27FC236}">
                <a16:creationId xmlns:a16="http://schemas.microsoft.com/office/drawing/2014/main" id="{844D0DC3-78CB-419B-BD97-0DE0CEF42218}"/>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6" name="shape-140">
            <a:extLst xmlns:a="http://schemas.openxmlformats.org/drawingml/2006/main">
              <a:ext uri="{FF2B5EF4-FFF2-40B4-BE49-F238E27FC236}">
                <a16:creationId xmlns:a16="http://schemas.microsoft.com/office/drawing/2014/main" id="{CB0765C0-5CB3-4237-B42D-63B4B73B60D4}"/>
              </a:ext>
            </a:extLst>
          </p:cNvPr>
          <p:cNvSpPr>
            <a:spLocks xmlns:a="http://schemas.openxmlformats.org/drawingml/2006/main" noGrp="1"/>
          </p:cNvSpPr>
          <p:nvPr/>
        </p:nvSpPr>
        <p:spPr>
          <a:xfrm xmlns:a="http://schemas.openxmlformats.org/drawingml/2006/main">
            <a:off x="685800" y="6562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58A93"/>
                </a:solidFill>
                <a:latin typeface="Arial"/>
                <a:ea typeface="Arial"/>
                <a:cs typeface="Arial"/>
              </a:defRPr>
            </a:defPPr>
            <a:lvl1pPr algn="l">
              <a:defRPr sz="975" b="1">
                <a:solidFill>
                  <a:srgbClr val="858A93"/>
                </a:solidFill>
                <a:latin typeface="Arial"/>
                <a:ea typeface="Arial"/>
                <a:cs typeface="Arial"/>
              </a:defRPr>
            </a:lvl1pPr>
            <a:lvl2pPr algn="l">
              <a:defRPr sz="975" b="1">
                <a:solidFill>
                  <a:srgbClr val="858A93"/>
                </a:solidFill>
                <a:latin typeface="Arial"/>
                <a:ea typeface="Arial"/>
                <a:cs typeface="Arial"/>
              </a:defRPr>
            </a:lvl2pPr>
            <a:lvl3pPr algn="l">
              <a:defRPr sz="975" b="1">
                <a:solidFill>
                  <a:srgbClr val="858A93"/>
                </a:solidFill>
                <a:latin typeface="Arial"/>
                <a:ea typeface="Arial"/>
                <a:cs typeface="Arial"/>
              </a:defRPr>
            </a:lvl3pPr>
            <a:lvl4pPr algn="l">
              <a:defRPr sz="975" b="1">
                <a:solidFill>
                  <a:srgbClr val="858A93"/>
                </a:solidFill>
                <a:latin typeface="Arial"/>
                <a:ea typeface="Arial"/>
                <a:cs typeface="Arial"/>
              </a:defRPr>
            </a:lvl4pPr>
            <a:lvl5pPr algn="l">
              <a:defRPr sz="975" b="1">
                <a:solidFill>
                  <a:srgbClr val="858A93"/>
                </a:solidFill>
                <a:latin typeface="Arial"/>
                <a:ea typeface="Arial"/>
                <a:cs typeface="Arial"/>
              </a:defRPr>
            </a:lvl5pPr>
            <a:lvl6pPr algn="l">
              <a:defRPr sz="975" b="1">
                <a:solidFill>
                  <a:srgbClr val="858A93"/>
                </a:solidFill>
                <a:latin typeface="Arial"/>
                <a:ea typeface="Arial"/>
                <a:cs typeface="Arial"/>
              </a:defRPr>
            </a:lvl6pPr>
            <a:lvl7pPr algn="l">
              <a:defRPr sz="975" b="1">
                <a:solidFill>
                  <a:srgbClr val="858A93"/>
                </a:solidFill>
                <a:latin typeface="Arial"/>
                <a:ea typeface="Arial"/>
                <a:cs typeface="Arial"/>
              </a:defRPr>
            </a:lvl7pPr>
            <a:lvl8pPr algn="l">
              <a:defRPr sz="975" b="1">
                <a:solidFill>
                  <a:srgbClr val="858A93"/>
                </a:solidFill>
                <a:latin typeface="Arial"/>
                <a:ea typeface="Arial"/>
                <a:cs typeface="Arial"/>
              </a:defRPr>
            </a:lvl8pPr>
            <a:lvl9pPr algn="l">
              <a:defRPr sz="975" b="1">
                <a:solidFill>
                  <a:srgbClr val="858A93"/>
                </a:solidFill>
                <a:latin typeface="Arial"/>
                <a:ea typeface="Arial"/>
                <a:cs typeface="Arial"/>
              </a:defRPr>
            </a:lvl9pPr>
          </a:lstStyle>
          <a:p xmlns:a="http://schemas.openxmlformats.org/drawingml/2006/main">
            <a:pPr algn="l">
              <a:defRPr sz="975" b="1">
                <a:solidFill>
                  <a:srgbClr val="858A93"/>
                </a:solidFill>
                <a:latin typeface="Arial"/>
                <a:ea typeface="Arial"/>
                <a:cs typeface="Arial"/>
              </a:defRPr>
            </a:pPr>
            <a:r>
              <a:rPr sz="975" b="1">
                <a:solidFill>
                  <a:srgbClr val="858A93"/>
                </a:solidFill>
                <a:latin typeface="Arial"/>
                <a:ea typeface="Arial"/>
                <a:cs typeface="Arial"/>
              </a:rPr>
              <a:t>CODEBURNER  ·  DEVS09</a:t>
            </a:r>
          </a:p>
        </p:txBody>
      </p:sp>
      <p:sp>
        <p:nvSpPr>
          <p:cNvPr id="7" name="shape-141">
            <a:extLst xmlns:a="http://schemas.openxmlformats.org/drawingml/2006/main">
              <a:ext uri="{FF2B5EF4-FFF2-40B4-BE49-F238E27FC236}">
                <a16:creationId xmlns:a16="http://schemas.microsoft.com/office/drawing/2014/main" id="{AC133C6C-B087-4CB8-9D76-AB951424D2C0}"/>
              </a:ext>
            </a:extLst>
          </p:cNvPr>
          <p:cNvSpPr>
            <a:spLocks xmlns:a="http://schemas.openxmlformats.org/drawingml/2006/main" noGrp="1"/>
          </p:cNvSpPr>
          <p:nvPr/>
        </p:nvSpPr>
        <p:spPr>
          <a:xfrm xmlns:a="http://schemas.openxmlformats.org/drawingml/2006/main">
            <a:off x="106680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05  /  07</a:t>
            </a:r>
          </a:p>
        </p:txBody>
      </p:sp>
      <p:sp>
        <p:nvSpPr>
          <p:cNvPr id="8" name="shape-142">
            <a:extLst xmlns:a="http://schemas.openxmlformats.org/drawingml/2006/main">
              <a:ext uri="{FF2B5EF4-FFF2-40B4-BE49-F238E27FC236}">
                <a16:creationId xmlns:a16="http://schemas.microsoft.com/office/drawing/2014/main" id="{A04EB68C-66ED-48CF-915F-E69D8F2385E9}"/>
              </a:ext>
            </a:extLst>
          </p:cNvPr>
          <p:cNvSpPr>
            <a:spLocks xmlns:a="http://schemas.openxmlformats.org/drawingml/2006/main" noGrp="1"/>
          </p:cNvSpPr>
          <p:nvPr/>
        </p:nvSpPr>
        <p:spPr>
          <a:xfrm xmlns:a="http://schemas.openxmlformats.org/drawingml/2006/main">
            <a:off x="685800" y="1809750"/>
            <a:ext cx="2476500" cy="1009650"/>
          </a:xfrm>
          <a:prstGeom xmlns:a="http://schemas.openxmlformats.org/drawingml/2006/main" prst="roundRect">
            <a:avLst>
              <a:gd name="adj" fmla="val 7547"/>
            </a:avLst>
          </a:prstGeom>
          <a:solidFill xmlns:a="http://schemas.openxmlformats.org/drawingml/2006/main">
            <a:srgbClr val="14161A"/>
          </a:solidFill>
          <a:ln xmlns:a="http://schemas.openxmlformats.org/drawingml/2006/main" w="9525">
            <a:solidFill>
              <a:srgbClr val="34373D"/>
            </a:solidFill>
            <a:prstDash val="solid"/>
          </a:ln>
        </p:spPr>
      </p:sp>
      <p:sp>
        <p:nvSpPr>
          <p:cNvPr id="9" name="shape-143">
            <a:extLst xmlns:a="http://schemas.openxmlformats.org/drawingml/2006/main">
              <a:ext uri="{FF2B5EF4-FFF2-40B4-BE49-F238E27FC236}">
                <a16:creationId xmlns:a16="http://schemas.microsoft.com/office/drawing/2014/main" id="{CC9FAE4D-7463-45F9-A804-CFF7B14389F3}"/>
              </a:ext>
            </a:extLst>
          </p:cNvPr>
          <p:cNvSpPr>
            <a:spLocks xmlns:a="http://schemas.openxmlformats.org/drawingml/2006/main" noGrp="1"/>
          </p:cNvSpPr>
          <p:nvPr/>
        </p:nvSpPr>
        <p:spPr>
          <a:xfrm xmlns:a="http://schemas.openxmlformats.org/drawingml/2006/main">
            <a:off x="685800" y="1809750"/>
            <a:ext cx="47625" cy="1009650"/>
          </a:xfrm>
          <a:prstGeom xmlns:a="http://schemas.openxmlformats.org/drawingml/2006/main" prst="rect">
            <a:avLst/>
          </a:prstGeom>
          <a:solidFill xmlns:a="http://schemas.openxmlformats.org/drawingml/2006/main">
            <a:srgbClr val="E3474E"/>
          </a:solidFill>
          <a:ln xmlns:a="http://schemas.openxmlformats.org/drawingml/2006/main" w="0">
            <a:noFill/>
            <a:prstDash val="solid"/>
          </a:ln>
        </p:spPr>
      </p:sp>
      <p:sp>
        <p:nvSpPr>
          <p:cNvPr id="10" name="shape-144">
            <a:extLst xmlns:a="http://schemas.openxmlformats.org/drawingml/2006/main">
              <a:ext uri="{FF2B5EF4-FFF2-40B4-BE49-F238E27FC236}">
                <a16:creationId xmlns:a16="http://schemas.microsoft.com/office/drawing/2014/main" id="{F1271E01-DC03-4CD8-B090-D5897CAA54D9}"/>
              </a:ext>
            </a:extLst>
          </p:cNvPr>
          <p:cNvSpPr>
            <a:spLocks xmlns:a="http://schemas.openxmlformats.org/drawingml/2006/main" noGrp="1"/>
          </p:cNvSpPr>
          <p:nvPr/>
        </p:nvSpPr>
        <p:spPr>
          <a:xfrm xmlns:a="http://schemas.openxmlformats.org/drawingml/2006/main">
            <a:off x="876300" y="1924050"/>
            <a:ext cx="2095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E3474E"/>
                </a:solidFill>
                <a:latin typeface="Arial"/>
                <a:ea typeface="Arial"/>
                <a:cs typeface="Arial"/>
              </a:defRPr>
            </a:defPPr>
            <a:lvl1pPr algn="l">
              <a:defRPr sz="2850" b="1">
                <a:solidFill>
                  <a:srgbClr val="E3474E"/>
                </a:solidFill>
                <a:latin typeface="Arial"/>
                <a:ea typeface="Arial"/>
                <a:cs typeface="Arial"/>
              </a:defRPr>
            </a:lvl1pPr>
            <a:lvl2pPr algn="l">
              <a:defRPr sz="2850" b="1">
                <a:solidFill>
                  <a:srgbClr val="E3474E"/>
                </a:solidFill>
                <a:latin typeface="Arial"/>
                <a:ea typeface="Arial"/>
                <a:cs typeface="Arial"/>
              </a:defRPr>
            </a:lvl2pPr>
            <a:lvl3pPr algn="l">
              <a:defRPr sz="2850" b="1">
                <a:solidFill>
                  <a:srgbClr val="E3474E"/>
                </a:solidFill>
                <a:latin typeface="Arial"/>
                <a:ea typeface="Arial"/>
                <a:cs typeface="Arial"/>
              </a:defRPr>
            </a:lvl3pPr>
            <a:lvl4pPr algn="l">
              <a:defRPr sz="2850" b="1">
                <a:solidFill>
                  <a:srgbClr val="E3474E"/>
                </a:solidFill>
                <a:latin typeface="Arial"/>
                <a:ea typeface="Arial"/>
                <a:cs typeface="Arial"/>
              </a:defRPr>
            </a:lvl4pPr>
            <a:lvl5pPr algn="l">
              <a:defRPr sz="2850" b="1">
                <a:solidFill>
                  <a:srgbClr val="E3474E"/>
                </a:solidFill>
                <a:latin typeface="Arial"/>
                <a:ea typeface="Arial"/>
                <a:cs typeface="Arial"/>
              </a:defRPr>
            </a:lvl5pPr>
            <a:lvl6pPr algn="l">
              <a:defRPr sz="2850" b="1">
                <a:solidFill>
                  <a:srgbClr val="E3474E"/>
                </a:solidFill>
                <a:latin typeface="Arial"/>
                <a:ea typeface="Arial"/>
                <a:cs typeface="Arial"/>
              </a:defRPr>
            </a:lvl6pPr>
            <a:lvl7pPr algn="l">
              <a:defRPr sz="2850" b="1">
                <a:solidFill>
                  <a:srgbClr val="E3474E"/>
                </a:solidFill>
                <a:latin typeface="Arial"/>
                <a:ea typeface="Arial"/>
                <a:cs typeface="Arial"/>
              </a:defRPr>
            </a:lvl7pPr>
            <a:lvl8pPr algn="l">
              <a:defRPr sz="2850" b="1">
                <a:solidFill>
                  <a:srgbClr val="E3474E"/>
                </a:solidFill>
                <a:latin typeface="Arial"/>
                <a:ea typeface="Arial"/>
                <a:cs typeface="Arial"/>
              </a:defRPr>
            </a:lvl8pPr>
            <a:lvl9pPr algn="l">
              <a:defRPr sz="2850" b="1">
                <a:solidFill>
                  <a:srgbClr val="E3474E"/>
                </a:solidFill>
                <a:latin typeface="Arial"/>
                <a:ea typeface="Arial"/>
                <a:cs typeface="Arial"/>
              </a:defRPr>
            </a:lvl9pPr>
          </a:lstStyle>
          <a:p xmlns:a="http://schemas.openxmlformats.org/drawingml/2006/main">
            <a:pPr algn="l">
              <a:defRPr sz="2850" b="1">
                <a:solidFill>
                  <a:srgbClr val="E3474E"/>
                </a:solidFill>
                <a:latin typeface="Arial"/>
                <a:ea typeface="Arial"/>
                <a:cs typeface="Arial"/>
              </a:defRPr>
            </a:pPr>
            <a:r>
              <a:rPr sz="2850" b="1">
                <a:solidFill>
                  <a:srgbClr val="E3474E"/>
                </a:solidFill>
                <a:latin typeface="Arial"/>
                <a:ea typeface="Arial"/>
                <a:cs typeface="Arial"/>
              </a:rPr>
              <a:t>200</a:t>
            </a:r>
          </a:p>
        </p:txBody>
      </p:sp>
      <p:sp>
        <p:nvSpPr>
          <p:cNvPr id="11" name="shape-145">
            <a:extLst xmlns:a="http://schemas.openxmlformats.org/drawingml/2006/main">
              <a:ext uri="{FF2B5EF4-FFF2-40B4-BE49-F238E27FC236}">
                <a16:creationId xmlns:a16="http://schemas.microsoft.com/office/drawing/2014/main" id="{DDC0F047-416C-4AD1-90BA-BEA415BAD6CD}"/>
              </a:ext>
            </a:extLst>
          </p:cNvPr>
          <p:cNvSpPr>
            <a:spLocks xmlns:a="http://schemas.openxmlformats.org/drawingml/2006/main" noGrp="1"/>
          </p:cNvSpPr>
          <p:nvPr/>
        </p:nvSpPr>
        <p:spPr>
          <a:xfrm xmlns:a="http://schemas.openxmlformats.org/drawingml/2006/main">
            <a:off x="876300" y="24574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fictional senior profiles</a:t>
            </a:r>
          </a:p>
        </p:txBody>
      </p:sp>
      <p:sp>
        <p:nvSpPr>
          <p:cNvPr id="12" name="shape-146">
            <a:extLst xmlns:a="http://schemas.openxmlformats.org/drawingml/2006/main">
              <a:ext uri="{FF2B5EF4-FFF2-40B4-BE49-F238E27FC236}">
                <a16:creationId xmlns:a16="http://schemas.microsoft.com/office/drawing/2014/main" id="{5608B6EE-C533-4556-BE84-D05D574A5BE7}"/>
              </a:ext>
            </a:extLst>
          </p:cNvPr>
          <p:cNvSpPr>
            <a:spLocks xmlns:a="http://schemas.openxmlformats.org/drawingml/2006/main" noGrp="1"/>
          </p:cNvSpPr>
          <p:nvPr/>
        </p:nvSpPr>
        <p:spPr>
          <a:xfrm xmlns:a="http://schemas.openxmlformats.org/drawingml/2006/main">
            <a:off x="3390900" y="1809750"/>
            <a:ext cx="2476500" cy="1009650"/>
          </a:xfrm>
          <a:prstGeom xmlns:a="http://schemas.openxmlformats.org/drawingml/2006/main" prst="roundRect">
            <a:avLst>
              <a:gd name="adj" fmla="val 7547"/>
            </a:avLst>
          </a:prstGeom>
          <a:solidFill xmlns:a="http://schemas.openxmlformats.org/drawingml/2006/main">
            <a:srgbClr val="14161A"/>
          </a:solidFill>
          <a:ln xmlns:a="http://schemas.openxmlformats.org/drawingml/2006/main" w="9525">
            <a:solidFill>
              <a:srgbClr val="34373D"/>
            </a:solidFill>
            <a:prstDash val="solid"/>
          </a:ln>
        </p:spPr>
      </p:sp>
      <p:sp>
        <p:nvSpPr>
          <p:cNvPr id="13" name="shape-147">
            <a:extLst xmlns:a="http://schemas.openxmlformats.org/drawingml/2006/main">
              <a:ext uri="{FF2B5EF4-FFF2-40B4-BE49-F238E27FC236}">
                <a16:creationId xmlns:a16="http://schemas.microsoft.com/office/drawing/2014/main" id="{019BABE5-0C60-4CD8-B925-53DD70EE2470}"/>
              </a:ext>
            </a:extLst>
          </p:cNvPr>
          <p:cNvSpPr>
            <a:spLocks xmlns:a="http://schemas.openxmlformats.org/drawingml/2006/main" noGrp="1"/>
          </p:cNvSpPr>
          <p:nvPr/>
        </p:nvSpPr>
        <p:spPr>
          <a:xfrm xmlns:a="http://schemas.openxmlformats.org/drawingml/2006/main">
            <a:off x="3390900" y="1809750"/>
            <a:ext cx="47625" cy="1009650"/>
          </a:xfrm>
          <a:prstGeom xmlns:a="http://schemas.openxmlformats.org/drawingml/2006/main" prst="rect">
            <a:avLst/>
          </a:prstGeom>
          <a:solidFill xmlns:a="http://schemas.openxmlformats.org/drawingml/2006/main">
            <a:srgbClr val="E3474E"/>
          </a:solidFill>
          <a:ln xmlns:a="http://schemas.openxmlformats.org/drawingml/2006/main" w="0">
            <a:noFill/>
            <a:prstDash val="solid"/>
          </a:ln>
        </p:spPr>
      </p:sp>
      <p:sp>
        <p:nvSpPr>
          <p:cNvPr id="14" name="shape-148">
            <a:extLst xmlns:a="http://schemas.openxmlformats.org/drawingml/2006/main">
              <a:ext uri="{FF2B5EF4-FFF2-40B4-BE49-F238E27FC236}">
                <a16:creationId xmlns:a16="http://schemas.microsoft.com/office/drawing/2014/main" id="{53FBDD1F-FB90-45BC-B672-79E34D2183C0}"/>
              </a:ext>
            </a:extLst>
          </p:cNvPr>
          <p:cNvSpPr>
            <a:spLocks xmlns:a="http://schemas.openxmlformats.org/drawingml/2006/main" noGrp="1"/>
          </p:cNvSpPr>
          <p:nvPr/>
        </p:nvSpPr>
        <p:spPr>
          <a:xfrm xmlns:a="http://schemas.openxmlformats.org/drawingml/2006/main">
            <a:off x="3581400" y="1924050"/>
            <a:ext cx="2095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E3474E"/>
                </a:solidFill>
                <a:latin typeface="Arial"/>
                <a:ea typeface="Arial"/>
                <a:cs typeface="Arial"/>
              </a:defRPr>
            </a:defPPr>
            <a:lvl1pPr algn="l">
              <a:defRPr sz="2850" b="1">
                <a:solidFill>
                  <a:srgbClr val="E3474E"/>
                </a:solidFill>
                <a:latin typeface="Arial"/>
                <a:ea typeface="Arial"/>
                <a:cs typeface="Arial"/>
              </a:defRPr>
            </a:lvl1pPr>
            <a:lvl2pPr algn="l">
              <a:defRPr sz="2850" b="1">
                <a:solidFill>
                  <a:srgbClr val="E3474E"/>
                </a:solidFill>
                <a:latin typeface="Arial"/>
                <a:ea typeface="Arial"/>
                <a:cs typeface="Arial"/>
              </a:defRPr>
            </a:lvl2pPr>
            <a:lvl3pPr algn="l">
              <a:defRPr sz="2850" b="1">
                <a:solidFill>
                  <a:srgbClr val="E3474E"/>
                </a:solidFill>
                <a:latin typeface="Arial"/>
                <a:ea typeface="Arial"/>
                <a:cs typeface="Arial"/>
              </a:defRPr>
            </a:lvl3pPr>
            <a:lvl4pPr algn="l">
              <a:defRPr sz="2850" b="1">
                <a:solidFill>
                  <a:srgbClr val="E3474E"/>
                </a:solidFill>
                <a:latin typeface="Arial"/>
                <a:ea typeface="Arial"/>
                <a:cs typeface="Arial"/>
              </a:defRPr>
            </a:lvl4pPr>
            <a:lvl5pPr algn="l">
              <a:defRPr sz="2850" b="1">
                <a:solidFill>
                  <a:srgbClr val="E3474E"/>
                </a:solidFill>
                <a:latin typeface="Arial"/>
                <a:ea typeface="Arial"/>
                <a:cs typeface="Arial"/>
              </a:defRPr>
            </a:lvl5pPr>
            <a:lvl6pPr algn="l">
              <a:defRPr sz="2850" b="1">
                <a:solidFill>
                  <a:srgbClr val="E3474E"/>
                </a:solidFill>
                <a:latin typeface="Arial"/>
                <a:ea typeface="Arial"/>
                <a:cs typeface="Arial"/>
              </a:defRPr>
            </a:lvl6pPr>
            <a:lvl7pPr algn="l">
              <a:defRPr sz="2850" b="1">
                <a:solidFill>
                  <a:srgbClr val="E3474E"/>
                </a:solidFill>
                <a:latin typeface="Arial"/>
                <a:ea typeface="Arial"/>
                <a:cs typeface="Arial"/>
              </a:defRPr>
            </a:lvl7pPr>
            <a:lvl8pPr algn="l">
              <a:defRPr sz="2850" b="1">
                <a:solidFill>
                  <a:srgbClr val="E3474E"/>
                </a:solidFill>
                <a:latin typeface="Arial"/>
                <a:ea typeface="Arial"/>
                <a:cs typeface="Arial"/>
              </a:defRPr>
            </a:lvl8pPr>
            <a:lvl9pPr algn="l">
              <a:defRPr sz="2850" b="1">
                <a:solidFill>
                  <a:srgbClr val="E3474E"/>
                </a:solidFill>
                <a:latin typeface="Arial"/>
                <a:ea typeface="Arial"/>
                <a:cs typeface="Arial"/>
              </a:defRPr>
            </a:lvl9pPr>
          </a:lstStyle>
          <a:p xmlns:a="http://schemas.openxmlformats.org/drawingml/2006/main">
            <a:pPr algn="l">
              <a:defRPr sz="2850" b="1">
                <a:solidFill>
                  <a:srgbClr val="E3474E"/>
                </a:solidFill>
                <a:latin typeface="Arial"/>
                <a:ea typeface="Arial"/>
                <a:cs typeface="Arial"/>
              </a:defRPr>
            </a:pPr>
            <a:r>
              <a:rPr sz="2850" b="1">
                <a:solidFill>
                  <a:srgbClr val="E3474E"/>
                </a:solidFill>
                <a:latin typeface="Arial"/>
                <a:ea typeface="Arial"/>
                <a:cs typeface="Arial"/>
              </a:rPr>
              <a:t>90</a:t>
            </a:r>
          </a:p>
        </p:txBody>
      </p:sp>
      <p:sp>
        <p:nvSpPr>
          <p:cNvPr id="15" name="shape-149">
            <a:extLst xmlns:a="http://schemas.openxmlformats.org/drawingml/2006/main">
              <a:ext uri="{FF2B5EF4-FFF2-40B4-BE49-F238E27FC236}">
                <a16:creationId xmlns:a16="http://schemas.microsoft.com/office/drawing/2014/main" id="{7B784E19-7400-4631-BFA0-5EF8A4E898E3}"/>
              </a:ext>
            </a:extLst>
          </p:cNvPr>
          <p:cNvSpPr>
            <a:spLocks xmlns:a="http://schemas.openxmlformats.org/drawingml/2006/main" noGrp="1"/>
          </p:cNvSpPr>
          <p:nvPr/>
        </p:nvSpPr>
        <p:spPr>
          <a:xfrm xmlns:a="http://schemas.openxmlformats.org/drawingml/2006/main">
            <a:off x="3581400" y="24574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146"/>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calendar days</a:t>
            </a:r>
          </a:p>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1 Aug–29 Oct 2026</a:t>
            </a:r>
          </a:p>
        </p:txBody>
      </p:sp>
      <p:sp>
        <p:nvSpPr>
          <p:cNvPr id="16" name="shape-150">
            <a:extLst xmlns:a="http://schemas.openxmlformats.org/drawingml/2006/main">
              <a:ext uri="{FF2B5EF4-FFF2-40B4-BE49-F238E27FC236}">
                <a16:creationId xmlns:a16="http://schemas.microsoft.com/office/drawing/2014/main" id="{BE17CFF0-EC97-41C0-8141-CD9DE69E58B3}"/>
              </a:ext>
            </a:extLst>
          </p:cNvPr>
          <p:cNvSpPr>
            <a:spLocks xmlns:a="http://schemas.openxmlformats.org/drawingml/2006/main" noGrp="1"/>
          </p:cNvSpPr>
          <p:nvPr/>
        </p:nvSpPr>
        <p:spPr>
          <a:xfrm xmlns:a="http://schemas.openxmlformats.org/drawingml/2006/main">
            <a:off x="6096000" y="1809750"/>
            <a:ext cx="2476500" cy="1009650"/>
          </a:xfrm>
          <a:prstGeom xmlns:a="http://schemas.openxmlformats.org/drawingml/2006/main" prst="roundRect">
            <a:avLst>
              <a:gd name="adj" fmla="val 7547"/>
            </a:avLst>
          </a:prstGeom>
          <a:solidFill xmlns:a="http://schemas.openxmlformats.org/drawingml/2006/main">
            <a:srgbClr val="14161A"/>
          </a:solidFill>
          <a:ln xmlns:a="http://schemas.openxmlformats.org/drawingml/2006/main" w="9525">
            <a:solidFill>
              <a:srgbClr val="34373D"/>
            </a:solidFill>
            <a:prstDash val="solid"/>
          </a:ln>
        </p:spPr>
      </p:sp>
      <p:sp>
        <p:nvSpPr>
          <p:cNvPr id="17" name="shape-151">
            <a:extLst xmlns:a="http://schemas.openxmlformats.org/drawingml/2006/main">
              <a:ext uri="{FF2B5EF4-FFF2-40B4-BE49-F238E27FC236}">
                <a16:creationId xmlns:a16="http://schemas.microsoft.com/office/drawing/2014/main" id="{1337DF9B-A239-4ED4-A639-B5A7B8CBC3E7}"/>
              </a:ext>
            </a:extLst>
          </p:cNvPr>
          <p:cNvSpPr>
            <a:spLocks xmlns:a="http://schemas.openxmlformats.org/drawingml/2006/main" noGrp="1"/>
          </p:cNvSpPr>
          <p:nvPr/>
        </p:nvSpPr>
        <p:spPr>
          <a:xfrm xmlns:a="http://schemas.openxmlformats.org/drawingml/2006/main">
            <a:off x="6096000" y="1809750"/>
            <a:ext cx="47625" cy="1009650"/>
          </a:xfrm>
          <a:prstGeom xmlns:a="http://schemas.openxmlformats.org/drawingml/2006/main" prst="rect">
            <a:avLst/>
          </a:prstGeom>
          <a:solidFill xmlns:a="http://schemas.openxmlformats.org/drawingml/2006/main">
            <a:srgbClr val="E3474E"/>
          </a:solidFill>
          <a:ln xmlns:a="http://schemas.openxmlformats.org/drawingml/2006/main" w="0">
            <a:noFill/>
            <a:prstDash val="solid"/>
          </a:ln>
        </p:spPr>
      </p:sp>
      <p:sp>
        <p:nvSpPr>
          <p:cNvPr id="18" name="shape-152">
            <a:extLst xmlns:a="http://schemas.openxmlformats.org/drawingml/2006/main">
              <a:ext uri="{FF2B5EF4-FFF2-40B4-BE49-F238E27FC236}">
                <a16:creationId xmlns:a16="http://schemas.microsoft.com/office/drawing/2014/main" id="{6C60BEEB-3B89-437A-A00D-DF5076130BFB}"/>
              </a:ext>
            </a:extLst>
          </p:cNvPr>
          <p:cNvSpPr>
            <a:spLocks xmlns:a="http://schemas.openxmlformats.org/drawingml/2006/main" noGrp="1"/>
          </p:cNvSpPr>
          <p:nvPr/>
        </p:nvSpPr>
        <p:spPr>
          <a:xfrm xmlns:a="http://schemas.openxmlformats.org/drawingml/2006/main">
            <a:off x="6286500" y="1924050"/>
            <a:ext cx="2095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E3474E"/>
                </a:solidFill>
                <a:latin typeface="Arial"/>
                <a:ea typeface="Arial"/>
                <a:cs typeface="Arial"/>
              </a:defRPr>
            </a:defPPr>
            <a:lvl1pPr algn="l">
              <a:defRPr sz="2850" b="1">
                <a:solidFill>
                  <a:srgbClr val="E3474E"/>
                </a:solidFill>
                <a:latin typeface="Arial"/>
                <a:ea typeface="Arial"/>
                <a:cs typeface="Arial"/>
              </a:defRPr>
            </a:lvl1pPr>
            <a:lvl2pPr algn="l">
              <a:defRPr sz="2850" b="1">
                <a:solidFill>
                  <a:srgbClr val="E3474E"/>
                </a:solidFill>
                <a:latin typeface="Arial"/>
                <a:ea typeface="Arial"/>
                <a:cs typeface="Arial"/>
              </a:defRPr>
            </a:lvl2pPr>
            <a:lvl3pPr algn="l">
              <a:defRPr sz="2850" b="1">
                <a:solidFill>
                  <a:srgbClr val="E3474E"/>
                </a:solidFill>
                <a:latin typeface="Arial"/>
                <a:ea typeface="Arial"/>
                <a:cs typeface="Arial"/>
              </a:defRPr>
            </a:lvl3pPr>
            <a:lvl4pPr algn="l">
              <a:defRPr sz="2850" b="1">
                <a:solidFill>
                  <a:srgbClr val="E3474E"/>
                </a:solidFill>
                <a:latin typeface="Arial"/>
                <a:ea typeface="Arial"/>
                <a:cs typeface="Arial"/>
              </a:defRPr>
            </a:lvl4pPr>
            <a:lvl5pPr algn="l">
              <a:defRPr sz="2850" b="1">
                <a:solidFill>
                  <a:srgbClr val="E3474E"/>
                </a:solidFill>
                <a:latin typeface="Arial"/>
                <a:ea typeface="Arial"/>
                <a:cs typeface="Arial"/>
              </a:defRPr>
            </a:lvl5pPr>
            <a:lvl6pPr algn="l">
              <a:defRPr sz="2850" b="1">
                <a:solidFill>
                  <a:srgbClr val="E3474E"/>
                </a:solidFill>
                <a:latin typeface="Arial"/>
                <a:ea typeface="Arial"/>
                <a:cs typeface="Arial"/>
              </a:defRPr>
            </a:lvl6pPr>
            <a:lvl7pPr algn="l">
              <a:defRPr sz="2850" b="1">
                <a:solidFill>
                  <a:srgbClr val="E3474E"/>
                </a:solidFill>
                <a:latin typeface="Arial"/>
                <a:ea typeface="Arial"/>
                <a:cs typeface="Arial"/>
              </a:defRPr>
            </a:lvl7pPr>
            <a:lvl8pPr algn="l">
              <a:defRPr sz="2850" b="1">
                <a:solidFill>
                  <a:srgbClr val="E3474E"/>
                </a:solidFill>
                <a:latin typeface="Arial"/>
                <a:ea typeface="Arial"/>
                <a:cs typeface="Arial"/>
              </a:defRPr>
            </a:lvl8pPr>
            <a:lvl9pPr algn="l">
              <a:defRPr sz="2850" b="1">
                <a:solidFill>
                  <a:srgbClr val="E3474E"/>
                </a:solidFill>
                <a:latin typeface="Arial"/>
                <a:ea typeface="Arial"/>
                <a:cs typeface="Arial"/>
              </a:defRPr>
            </a:lvl9pPr>
          </a:lstStyle>
          <a:p xmlns:a="http://schemas.openxmlformats.org/drawingml/2006/main">
            <a:pPr algn="l">
              <a:defRPr sz="2850" b="1">
                <a:solidFill>
                  <a:srgbClr val="E3474E"/>
                </a:solidFill>
                <a:latin typeface="Arial"/>
                <a:ea typeface="Arial"/>
                <a:cs typeface="Arial"/>
              </a:defRPr>
            </a:pPr>
            <a:r>
              <a:rPr sz="2850" b="1">
                <a:solidFill>
                  <a:srgbClr val="E3474E"/>
                </a:solidFill>
                <a:latin typeface="Arial"/>
                <a:ea typeface="Arial"/>
                <a:cs typeface="Arial"/>
              </a:rPr>
              <a:t>17,226</a:t>
            </a:r>
          </a:p>
        </p:txBody>
      </p:sp>
      <p:sp>
        <p:nvSpPr>
          <p:cNvPr id="19" name="shape-153">
            <a:extLst xmlns:a="http://schemas.openxmlformats.org/drawingml/2006/main">
              <a:ext uri="{FF2B5EF4-FFF2-40B4-BE49-F238E27FC236}">
                <a16:creationId xmlns:a16="http://schemas.microsoft.com/office/drawing/2014/main" id="{C71F04FB-2178-4EF9-9205-44C27E86454B}"/>
              </a:ext>
            </a:extLst>
          </p:cNvPr>
          <p:cNvSpPr>
            <a:spLocks xmlns:a="http://schemas.openxmlformats.org/drawingml/2006/main" noGrp="1"/>
          </p:cNvSpPr>
          <p:nvPr/>
        </p:nvSpPr>
        <p:spPr>
          <a:xfrm xmlns:a="http://schemas.openxmlformats.org/drawingml/2006/main">
            <a:off x="6286500" y="24574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synthetic observations</a:t>
            </a:r>
          </a:p>
        </p:txBody>
      </p:sp>
      <p:sp>
        <p:nvSpPr>
          <p:cNvPr id="20" name="shape-154">
            <a:extLst xmlns:a="http://schemas.openxmlformats.org/drawingml/2006/main">
              <a:ext uri="{FF2B5EF4-FFF2-40B4-BE49-F238E27FC236}">
                <a16:creationId xmlns:a16="http://schemas.microsoft.com/office/drawing/2014/main" id="{A68FCB87-0E14-4C23-B6F0-DD66C0865959}"/>
              </a:ext>
            </a:extLst>
          </p:cNvPr>
          <p:cNvSpPr>
            <a:spLocks xmlns:a="http://schemas.openxmlformats.org/drawingml/2006/main" noGrp="1"/>
          </p:cNvSpPr>
          <p:nvPr/>
        </p:nvSpPr>
        <p:spPr>
          <a:xfrm xmlns:a="http://schemas.openxmlformats.org/drawingml/2006/main">
            <a:off x="8801100" y="1809750"/>
            <a:ext cx="2476500" cy="1009650"/>
          </a:xfrm>
          <a:prstGeom xmlns:a="http://schemas.openxmlformats.org/drawingml/2006/main" prst="roundRect">
            <a:avLst>
              <a:gd name="adj" fmla="val 7547"/>
            </a:avLst>
          </a:prstGeom>
          <a:solidFill xmlns:a="http://schemas.openxmlformats.org/drawingml/2006/main">
            <a:srgbClr val="14161A"/>
          </a:solidFill>
          <a:ln xmlns:a="http://schemas.openxmlformats.org/drawingml/2006/main" w="9525">
            <a:solidFill>
              <a:srgbClr val="34373D"/>
            </a:solidFill>
            <a:prstDash val="solid"/>
          </a:ln>
        </p:spPr>
      </p:sp>
      <p:sp>
        <p:nvSpPr>
          <p:cNvPr id="21" name="shape-155">
            <a:extLst xmlns:a="http://schemas.openxmlformats.org/drawingml/2006/main">
              <a:ext uri="{FF2B5EF4-FFF2-40B4-BE49-F238E27FC236}">
                <a16:creationId xmlns:a16="http://schemas.microsoft.com/office/drawing/2014/main" id="{851CD979-D40C-44DA-B4C6-4F77995D0B1E}"/>
              </a:ext>
            </a:extLst>
          </p:cNvPr>
          <p:cNvSpPr>
            <a:spLocks xmlns:a="http://schemas.openxmlformats.org/drawingml/2006/main" noGrp="1"/>
          </p:cNvSpPr>
          <p:nvPr/>
        </p:nvSpPr>
        <p:spPr>
          <a:xfrm xmlns:a="http://schemas.openxmlformats.org/drawingml/2006/main">
            <a:off x="8801100" y="1809750"/>
            <a:ext cx="47625" cy="1009650"/>
          </a:xfrm>
          <a:prstGeom xmlns:a="http://schemas.openxmlformats.org/drawingml/2006/main" prst="rect">
            <a:avLst/>
          </a:prstGeom>
          <a:solidFill xmlns:a="http://schemas.openxmlformats.org/drawingml/2006/main">
            <a:srgbClr val="E3474E"/>
          </a:solidFill>
          <a:ln xmlns:a="http://schemas.openxmlformats.org/drawingml/2006/main" w="0">
            <a:noFill/>
            <a:prstDash val="solid"/>
          </a:ln>
        </p:spPr>
      </p:sp>
      <p:sp>
        <p:nvSpPr>
          <p:cNvPr id="22" name="shape-156">
            <a:extLst xmlns:a="http://schemas.openxmlformats.org/drawingml/2006/main">
              <a:ext uri="{FF2B5EF4-FFF2-40B4-BE49-F238E27FC236}">
                <a16:creationId xmlns:a16="http://schemas.microsoft.com/office/drawing/2014/main" id="{52E8ACA8-B584-463D-BCCE-8F229ABE10CD}"/>
              </a:ext>
            </a:extLst>
          </p:cNvPr>
          <p:cNvSpPr>
            <a:spLocks xmlns:a="http://schemas.openxmlformats.org/drawingml/2006/main" noGrp="1"/>
          </p:cNvSpPr>
          <p:nvPr/>
        </p:nvSpPr>
        <p:spPr>
          <a:xfrm xmlns:a="http://schemas.openxmlformats.org/drawingml/2006/main">
            <a:off x="8991600" y="1924050"/>
            <a:ext cx="2095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E3474E"/>
                </a:solidFill>
                <a:latin typeface="Arial"/>
                <a:ea typeface="Arial"/>
                <a:cs typeface="Arial"/>
              </a:defRPr>
            </a:defPPr>
            <a:lvl1pPr algn="l">
              <a:defRPr sz="2850" b="1">
                <a:solidFill>
                  <a:srgbClr val="E3474E"/>
                </a:solidFill>
                <a:latin typeface="Arial"/>
                <a:ea typeface="Arial"/>
                <a:cs typeface="Arial"/>
              </a:defRPr>
            </a:lvl1pPr>
            <a:lvl2pPr algn="l">
              <a:defRPr sz="2850" b="1">
                <a:solidFill>
                  <a:srgbClr val="E3474E"/>
                </a:solidFill>
                <a:latin typeface="Arial"/>
                <a:ea typeface="Arial"/>
                <a:cs typeface="Arial"/>
              </a:defRPr>
            </a:lvl2pPr>
            <a:lvl3pPr algn="l">
              <a:defRPr sz="2850" b="1">
                <a:solidFill>
                  <a:srgbClr val="E3474E"/>
                </a:solidFill>
                <a:latin typeface="Arial"/>
                <a:ea typeface="Arial"/>
                <a:cs typeface="Arial"/>
              </a:defRPr>
            </a:lvl3pPr>
            <a:lvl4pPr algn="l">
              <a:defRPr sz="2850" b="1">
                <a:solidFill>
                  <a:srgbClr val="E3474E"/>
                </a:solidFill>
                <a:latin typeface="Arial"/>
                <a:ea typeface="Arial"/>
                <a:cs typeface="Arial"/>
              </a:defRPr>
            </a:lvl4pPr>
            <a:lvl5pPr algn="l">
              <a:defRPr sz="2850" b="1">
                <a:solidFill>
                  <a:srgbClr val="E3474E"/>
                </a:solidFill>
                <a:latin typeface="Arial"/>
                <a:ea typeface="Arial"/>
                <a:cs typeface="Arial"/>
              </a:defRPr>
            </a:lvl5pPr>
            <a:lvl6pPr algn="l">
              <a:defRPr sz="2850" b="1">
                <a:solidFill>
                  <a:srgbClr val="E3474E"/>
                </a:solidFill>
                <a:latin typeface="Arial"/>
                <a:ea typeface="Arial"/>
                <a:cs typeface="Arial"/>
              </a:defRPr>
            </a:lvl6pPr>
            <a:lvl7pPr algn="l">
              <a:defRPr sz="2850" b="1">
                <a:solidFill>
                  <a:srgbClr val="E3474E"/>
                </a:solidFill>
                <a:latin typeface="Arial"/>
                <a:ea typeface="Arial"/>
                <a:cs typeface="Arial"/>
              </a:defRPr>
            </a:lvl7pPr>
            <a:lvl8pPr algn="l">
              <a:defRPr sz="2850" b="1">
                <a:solidFill>
                  <a:srgbClr val="E3474E"/>
                </a:solidFill>
                <a:latin typeface="Arial"/>
                <a:ea typeface="Arial"/>
                <a:cs typeface="Arial"/>
              </a:defRPr>
            </a:lvl8pPr>
            <a:lvl9pPr algn="l">
              <a:defRPr sz="2850" b="1">
                <a:solidFill>
                  <a:srgbClr val="E3474E"/>
                </a:solidFill>
                <a:latin typeface="Arial"/>
                <a:ea typeface="Arial"/>
                <a:cs typeface="Arial"/>
              </a:defRPr>
            </a:lvl9pPr>
          </a:lstStyle>
          <a:p xmlns:a="http://schemas.openxmlformats.org/drawingml/2006/main">
            <a:pPr algn="l">
              <a:defRPr sz="2850" b="1">
                <a:solidFill>
                  <a:srgbClr val="E3474E"/>
                </a:solidFill>
                <a:latin typeface="Arial"/>
                <a:ea typeface="Arial"/>
                <a:cs typeface="Arial"/>
              </a:defRPr>
            </a:pPr>
            <a:r>
              <a:rPr sz="2850" b="1">
                <a:solidFill>
                  <a:srgbClr val="E3474E"/>
                </a:solidFill>
                <a:latin typeface="Arial"/>
                <a:ea typeface="Arial"/>
                <a:cs typeface="Arial"/>
              </a:rPr>
              <a:t>18,000</a:t>
            </a:r>
          </a:p>
        </p:txBody>
      </p:sp>
      <p:sp>
        <p:nvSpPr>
          <p:cNvPr id="23" name="shape-157">
            <a:extLst xmlns:a="http://schemas.openxmlformats.org/drawingml/2006/main">
              <a:ext uri="{FF2B5EF4-FFF2-40B4-BE49-F238E27FC236}">
                <a16:creationId xmlns:a16="http://schemas.microsoft.com/office/drawing/2014/main" id="{F18BDD59-266F-4B79-9442-849CDB1E8E2A}"/>
              </a:ext>
            </a:extLst>
          </p:cNvPr>
          <p:cNvSpPr>
            <a:spLocks xmlns:a="http://schemas.openxmlformats.org/drawingml/2006/main" noGrp="1"/>
          </p:cNvSpPr>
          <p:nvPr/>
        </p:nvSpPr>
        <p:spPr>
          <a:xfrm xmlns:a="http://schemas.openxmlformats.org/drawingml/2006/main">
            <a:off x="8991600" y="24574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47"/>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dated baseline score snapshots</a:t>
            </a:r>
          </a:p>
        </p:txBody>
      </p:sp>
      <p:sp>
        <p:nvSpPr>
          <p:cNvPr id="24" name="shape-158">
            <a:extLst xmlns:a="http://schemas.openxmlformats.org/drawingml/2006/main">
              <a:ext uri="{FF2B5EF4-FFF2-40B4-BE49-F238E27FC236}">
                <a16:creationId xmlns:a16="http://schemas.microsoft.com/office/drawing/2014/main" id="{E248305A-B72A-4C1C-A0F2-E0149DE45C3E}"/>
              </a:ext>
            </a:extLst>
          </p:cNvPr>
          <p:cNvSpPr>
            <a:spLocks xmlns:a="http://schemas.openxmlformats.org/drawingml/2006/main" noGrp="1"/>
          </p:cNvSpPr>
          <p:nvPr/>
        </p:nvSpPr>
        <p:spPr>
          <a:xfrm xmlns:a="http://schemas.openxmlformats.org/drawingml/2006/main">
            <a:off x="685800" y="3095625"/>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5" name="shape-159">
            <a:extLst xmlns:a="http://schemas.openxmlformats.org/drawingml/2006/main">
              <a:ext uri="{FF2B5EF4-FFF2-40B4-BE49-F238E27FC236}">
                <a16:creationId xmlns:a16="http://schemas.microsoft.com/office/drawing/2014/main" id="{DD8A7D25-FDF4-4198-A567-241B5052BF7E}"/>
              </a:ext>
            </a:extLst>
          </p:cNvPr>
          <p:cNvSpPr>
            <a:spLocks xmlns:a="http://schemas.openxmlformats.org/drawingml/2006/main" noGrp="1"/>
          </p:cNvSpPr>
          <p:nvPr/>
        </p:nvSpPr>
        <p:spPr>
          <a:xfrm xmlns:a="http://schemas.openxmlformats.org/drawingml/2006/main">
            <a:off x="685800" y="3333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PLATFORM AND SCORING</a:t>
            </a:r>
          </a:p>
        </p:txBody>
      </p:sp>
      <p:sp>
        <p:nvSpPr>
          <p:cNvPr id="26" name="shape-160">
            <a:extLst xmlns:a="http://schemas.openxmlformats.org/drawingml/2006/main">
              <a:ext uri="{FF2B5EF4-FFF2-40B4-BE49-F238E27FC236}">
                <a16:creationId xmlns:a16="http://schemas.microsoft.com/office/drawing/2014/main" id="{D652C410-21E1-438B-89BB-014C0FF3D846}"/>
              </a:ext>
            </a:extLst>
          </p:cNvPr>
          <p:cNvSpPr>
            <a:spLocks xmlns:a="http://schemas.openxmlformats.org/drawingml/2006/main" noGrp="1"/>
          </p:cNvSpPr>
          <p:nvPr/>
        </p:nvSpPr>
        <p:spPr>
          <a:xfrm xmlns:a="http://schemas.openxmlformats.org/drawingml/2006/main">
            <a:off x="685800" y="3705225"/>
            <a:ext cx="49530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5F2F0"/>
                </a:solidFill>
                <a:latin typeface="Arial"/>
                <a:ea typeface="Arial"/>
                <a:cs typeface="Arial"/>
              </a:defRPr>
            </a:defPPr>
            <a:lvl1pPr algn="l">
              <a:defRPr sz="1350" b="0">
                <a:solidFill>
                  <a:srgbClr val="F5F2F0"/>
                </a:solidFill>
                <a:latin typeface="Arial"/>
                <a:ea typeface="Arial"/>
                <a:cs typeface="Arial"/>
              </a:defRPr>
            </a:lvl1pPr>
            <a:lvl2pPr algn="l">
              <a:defRPr sz="1350" b="0">
                <a:solidFill>
                  <a:srgbClr val="F5F2F0"/>
                </a:solidFill>
                <a:latin typeface="Arial"/>
                <a:ea typeface="Arial"/>
                <a:cs typeface="Arial"/>
              </a:defRPr>
            </a:lvl2pPr>
            <a:lvl3pPr algn="l">
              <a:defRPr sz="1350" b="0">
                <a:solidFill>
                  <a:srgbClr val="F5F2F0"/>
                </a:solidFill>
                <a:latin typeface="Arial"/>
                <a:ea typeface="Arial"/>
                <a:cs typeface="Arial"/>
              </a:defRPr>
            </a:lvl3pPr>
            <a:lvl4pPr algn="l">
              <a:defRPr sz="1350" b="0">
                <a:solidFill>
                  <a:srgbClr val="F5F2F0"/>
                </a:solidFill>
                <a:latin typeface="Arial"/>
                <a:ea typeface="Arial"/>
                <a:cs typeface="Arial"/>
              </a:defRPr>
            </a:lvl4pPr>
            <a:lvl5pPr algn="l">
              <a:defRPr sz="1350" b="0">
                <a:solidFill>
                  <a:srgbClr val="F5F2F0"/>
                </a:solidFill>
                <a:latin typeface="Arial"/>
                <a:ea typeface="Arial"/>
                <a:cs typeface="Arial"/>
              </a:defRPr>
            </a:lvl5pPr>
            <a:lvl6pPr algn="l">
              <a:defRPr sz="1350" b="0">
                <a:solidFill>
                  <a:srgbClr val="F5F2F0"/>
                </a:solidFill>
                <a:latin typeface="Arial"/>
                <a:ea typeface="Arial"/>
                <a:cs typeface="Arial"/>
              </a:defRPr>
            </a:lvl6pPr>
            <a:lvl7pPr algn="l">
              <a:defRPr sz="1350" b="0">
                <a:solidFill>
                  <a:srgbClr val="F5F2F0"/>
                </a:solidFill>
                <a:latin typeface="Arial"/>
                <a:ea typeface="Arial"/>
                <a:cs typeface="Arial"/>
              </a:defRPr>
            </a:lvl7pPr>
            <a:lvl8pPr algn="l">
              <a:defRPr sz="1350" b="0">
                <a:solidFill>
                  <a:srgbClr val="F5F2F0"/>
                </a:solidFill>
                <a:latin typeface="Arial"/>
                <a:ea typeface="Arial"/>
                <a:cs typeface="Arial"/>
              </a:defRPr>
            </a:lvl8pPr>
            <a:lvl9pPr algn="l">
              <a:defRPr sz="1350" b="0">
                <a:solidFill>
                  <a:srgbClr val="F5F2F0"/>
                </a:solidFill>
                <a:latin typeface="Arial"/>
                <a:ea typeface="Arial"/>
                <a:cs typeface="Arial"/>
              </a:defRPr>
            </a:lvl9pPr>
          </a:lstStyle>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 Supabase sign-in with four role types and scoped access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 Daily personal-baseline rules plus Isolation Forest scoring</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 Dated health history retains gaps and unknown periods</a:t>
            </a:r>
          </a:p>
          <a:p xmlns:a="http://schemas.openxmlformats.org/drawingml/2006/main">
            <a:pPr algn="l">
              <a:defRPr sz="1350" b="0">
                <a:solidFill>
                  <a:srgbClr val="F5F2F0"/>
                </a:solidFill>
                <a:latin typeface="Arial"/>
                <a:ea typeface="Arial"/>
                <a:cs typeface="Arial"/>
              </a:defRPr>
            </a:pPr>
            <a:r>
              <a:rPr sz="1350" b="0">
                <a:solidFill>
                  <a:srgbClr val="F5F2F0"/>
                </a:solidFill>
                <a:latin typeface="Arial"/>
                <a:ea typeface="Arial"/>
                <a:cs typeface="Arial"/>
              </a:rPr>
              <a:t>• Development checkpoint: 310 Node + 13 Python speech tests</a:t>
            </a:r>
          </a:p>
        </p:txBody>
      </p:sp>
      <p:sp>
        <p:nvSpPr>
          <p:cNvPr id="27" name="shape-161">
            <a:extLst xmlns:a="http://schemas.openxmlformats.org/drawingml/2006/main">
              <a:ext uri="{FF2B5EF4-FFF2-40B4-BE49-F238E27FC236}">
                <a16:creationId xmlns:a16="http://schemas.microsoft.com/office/drawing/2014/main" id="{97B3D494-0A58-4281-A187-16E6F1161D75}"/>
              </a:ext>
            </a:extLst>
          </p:cNvPr>
          <p:cNvSpPr>
            <a:spLocks xmlns:a="http://schemas.openxmlformats.org/drawingml/2006/main" noGrp="1"/>
          </p:cNvSpPr>
          <p:nvPr/>
        </p:nvSpPr>
        <p:spPr>
          <a:xfrm xmlns:a="http://schemas.openxmlformats.org/drawingml/2006/main">
            <a:off x="5943600" y="3333750"/>
            <a:ext cx="9525" cy="2438400"/>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8" name="shape-162">
            <a:extLst xmlns:a="http://schemas.openxmlformats.org/drawingml/2006/main">
              <a:ext uri="{FF2B5EF4-FFF2-40B4-BE49-F238E27FC236}">
                <a16:creationId xmlns:a16="http://schemas.microsoft.com/office/drawing/2014/main" id="{F8E4057A-199E-42E2-ACB4-0376F32CFFF1}"/>
              </a:ext>
            </a:extLst>
          </p:cNvPr>
          <p:cNvSpPr>
            <a:spLocks xmlns:a="http://schemas.openxmlformats.org/drawingml/2006/main" noGrp="1"/>
          </p:cNvSpPr>
          <p:nvPr/>
        </p:nvSpPr>
        <p:spPr>
          <a:xfrm xmlns:a="http://schemas.openxmlformats.org/drawingml/2006/main">
            <a:off x="6324600" y="3333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ONE-OFF INTEGRATION CHECKS</a:t>
            </a:r>
          </a:p>
        </p:txBody>
      </p:sp>
      <p:sp>
        <p:nvSpPr>
          <p:cNvPr id="29" name="shape-163">
            <a:extLst xmlns:a="http://schemas.openxmlformats.org/drawingml/2006/main">
              <a:ext uri="{FF2B5EF4-FFF2-40B4-BE49-F238E27FC236}">
                <a16:creationId xmlns:a16="http://schemas.microsoft.com/office/drawing/2014/main" id="{FAE5CCBD-3C15-4026-92AC-54F0DE7ED339}"/>
              </a:ext>
            </a:extLst>
          </p:cNvPr>
          <p:cNvSpPr>
            <a:spLocks xmlns:a="http://schemas.openxmlformats.org/drawingml/2006/main" noGrp="1"/>
          </p:cNvSpPr>
          <p:nvPr/>
        </p:nvSpPr>
        <p:spPr>
          <a:xfrm xmlns:a="http://schemas.openxmlformats.org/drawingml/2006/main">
            <a:off x="6324600" y="3695700"/>
            <a:ext cx="1200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AI REPORT</a:t>
            </a:r>
          </a:p>
        </p:txBody>
      </p:sp>
      <p:sp>
        <p:nvSpPr>
          <p:cNvPr id="30" name="shape-164">
            <a:extLst xmlns:a="http://schemas.openxmlformats.org/drawingml/2006/main">
              <a:ext uri="{FF2B5EF4-FFF2-40B4-BE49-F238E27FC236}">
                <a16:creationId xmlns:a16="http://schemas.microsoft.com/office/drawing/2014/main" id="{997B47C2-894C-4C56-87D1-6A6813A987D5}"/>
              </a:ext>
            </a:extLst>
          </p:cNvPr>
          <p:cNvSpPr>
            <a:spLocks xmlns:a="http://schemas.openxmlformats.org/drawingml/2006/main" noGrp="1"/>
          </p:cNvSpPr>
          <p:nvPr/>
        </p:nvSpPr>
        <p:spPr>
          <a:xfrm xmlns:a="http://schemas.openxmlformats.org/drawingml/2006/main">
            <a:off x="7600950" y="3695700"/>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One n8n Gateway report saved pending coordinator review; not delivered to family.</a:t>
            </a:r>
          </a:p>
        </p:txBody>
      </p:sp>
      <p:sp>
        <p:nvSpPr>
          <p:cNvPr id="31" name="shape-165">
            <a:extLst xmlns:a="http://schemas.openxmlformats.org/drawingml/2006/main">
              <a:ext uri="{FF2B5EF4-FFF2-40B4-BE49-F238E27FC236}">
                <a16:creationId xmlns:a16="http://schemas.microsoft.com/office/drawing/2014/main" id="{F9106581-3C9D-46BC-9EA2-182A54053FF2}"/>
              </a:ext>
            </a:extLst>
          </p:cNvPr>
          <p:cNvSpPr>
            <a:spLocks xmlns:a="http://schemas.openxmlformats.org/drawingml/2006/main" noGrp="1"/>
          </p:cNvSpPr>
          <p:nvPr/>
        </p:nvSpPr>
        <p:spPr>
          <a:xfrm xmlns:a="http://schemas.openxmlformats.org/drawingml/2006/main">
            <a:off x="6324600" y="4219575"/>
            <a:ext cx="1200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SMS</a:t>
            </a:r>
          </a:p>
        </p:txBody>
      </p:sp>
      <p:sp>
        <p:nvSpPr>
          <p:cNvPr id="32" name="shape-166">
            <a:extLst xmlns:a="http://schemas.openxmlformats.org/drawingml/2006/main">
              <a:ext uri="{FF2B5EF4-FFF2-40B4-BE49-F238E27FC236}">
                <a16:creationId xmlns:a16="http://schemas.microsoft.com/office/drawing/2014/main" id="{90566A90-B187-4092-A707-A46173338130}"/>
              </a:ext>
            </a:extLst>
          </p:cNvPr>
          <p:cNvSpPr>
            <a:spLocks xmlns:a="http://schemas.openxmlformats.org/drawingml/2006/main" noGrp="1"/>
          </p:cNvSpPr>
          <p:nvPr/>
        </p:nvSpPr>
        <p:spPr>
          <a:xfrm xmlns:a="http://schemas.openxmlformats.org/drawingml/2006/main">
            <a:off x="7600950" y="421957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One generic test SMS delivered through an owned Android SIM; receipt recorded.</a:t>
            </a:r>
          </a:p>
        </p:txBody>
      </p:sp>
      <p:sp>
        <p:nvSpPr>
          <p:cNvPr id="33" name="shape-167">
            <a:extLst xmlns:a="http://schemas.openxmlformats.org/drawingml/2006/main">
              <a:ext uri="{FF2B5EF4-FFF2-40B4-BE49-F238E27FC236}">
                <a16:creationId xmlns:a16="http://schemas.microsoft.com/office/drawing/2014/main" id="{B46C0AC2-15B3-4426-B567-6F829E2F8DE0}"/>
              </a:ext>
            </a:extLst>
          </p:cNvPr>
          <p:cNvSpPr>
            <a:spLocks xmlns:a="http://schemas.openxmlformats.org/drawingml/2006/main" noGrp="1"/>
          </p:cNvSpPr>
          <p:nvPr/>
        </p:nvSpPr>
        <p:spPr>
          <a:xfrm xmlns:a="http://schemas.openxmlformats.org/drawingml/2006/main">
            <a:off x="6324600" y="4743450"/>
            <a:ext cx="1200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SPEECH</a:t>
            </a:r>
          </a:p>
        </p:txBody>
      </p:sp>
      <p:sp>
        <p:nvSpPr>
          <p:cNvPr id="34" name="shape-168">
            <a:extLst xmlns:a="http://schemas.openxmlformats.org/drawingml/2006/main">
              <a:ext uri="{FF2B5EF4-FFF2-40B4-BE49-F238E27FC236}">
                <a16:creationId xmlns:a16="http://schemas.microsoft.com/office/drawing/2014/main" id="{92657A40-F598-41F9-897D-9B97E52DBDBC}"/>
              </a:ext>
            </a:extLst>
          </p:cNvPr>
          <p:cNvSpPr>
            <a:spLocks xmlns:a="http://schemas.openxmlformats.org/drawingml/2006/main" noGrp="1"/>
          </p:cNvSpPr>
          <p:nvPr/>
        </p:nvSpPr>
        <p:spPr>
          <a:xfrm xmlns:a="http://schemas.openxmlformats.org/drawingml/2006/main">
            <a:off x="7600950" y="4743450"/>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One English sample transcribed locally; Hindi / mixed-language accuracy not tested.</a:t>
            </a:r>
          </a:p>
        </p:txBody>
      </p:sp>
      <p:sp>
        <p:nvSpPr>
          <p:cNvPr id="35" name="shape-169">
            <a:extLst xmlns:a="http://schemas.openxmlformats.org/drawingml/2006/main">
              <a:ext uri="{FF2B5EF4-FFF2-40B4-BE49-F238E27FC236}">
                <a16:creationId xmlns:a16="http://schemas.microsoft.com/office/drawing/2014/main" id="{8138D244-4731-4DD0-92D0-25BE6A23A63B}"/>
              </a:ext>
            </a:extLst>
          </p:cNvPr>
          <p:cNvSpPr>
            <a:spLocks xmlns:a="http://schemas.openxmlformats.org/drawingml/2006/main" noGrp="1"/>
          </p:cNvSpPr>
          <p:nvPr/>
        </p:nvSpPr>
        <p:spPr>
          <a:xfrm xmlns:a="http://schemas.openxmlformats.org/drawingml/2006/main">
            <a:off x="6324600" y="5267325"/>
            <a:ext cx="1200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F5F2F0"/>
                </a:solidFill>
                <a:latin typeface="Arial"/>
                <a:ea typeface="Arial"/>
                <a:cs typeface="Arial"/>
              </a:defRPr>
            </a:defPPr>
            <a:lvl1pPr algn="l">
              <a:defRPr sz="1050" b="1">
                <a:solidFill>
                  <a:srgbClr val="F5F2F0"/>
                </a:solidFill>
                <a:latin typeface="Arial"/>
                <a:ea typeface="Arial"/>
                <a:cs typeface="Arial"/>
              </a:defRPr>
            </a:lvl1pPr>
            <a:lvl2pPr algn="l">
              <a:defRPr sz="1050" b="1">
                <a:solidFill>
                  <a:srgbClr val="F5F2F0"/>
                </a:solidFill>
                <a:latin typeface="Arial"/>
                <a:ea typeface="Arial"/>
                <a:cs typeface="Arial"/>
              </a:defRPr>
            </a:lvl2pPr>
            <a:lvl3pPr algn="l">
              <a:defRPr sz="1050" b="1">
                <a:solidFill>
                  <a:srgbClr val="F5F2F0"/>
                </a:solidFill>
                <a:latin typeface="Arial"/>
                <a:ea typeface="Arial"/>
                <a:cs typeface="Arial"/>
              </a:defRPr>
            </a:lvl3pPr>
            <a:lvl4pPr algn="l">
              <a:defRPr sz="1050" b="1">
                <a:solidFill>
                  <a:srgbClr val="F5F2F0"/>
                </a:solidFill>
                <a:latin typeface="Arial"/>
                <a:ea typeface="Arial"/>
                <a:cs typeface="Arial"/>
              </a:defRPr>
            </a:lvl4pPr>
            <a:lvl5pPr algn="l">
              <a:defRPr sz="1050" b="1">
                <a:solidFill>
                  <a:srgbClr val="F5F2F0"/>
                </a:solidFill>
                <a:latin typeface="Arial"/>
                <a:ea typeface="Arial"/>
                <a:cs typeface="Arial"/>
              </a:defRPr>
            </a:lvl5pPr>
            <a:lvl6pPr algn="l">
              <a:defRPr sz="1050" b="1">
                <a:solidFill>
                  <a:srgbClr val="F5F2F0"/>
                </a:solidFill>
                <a:latin typeface="Arial"/>
                <a:ea typeface="Arial"/>
                <a:cs typeface="Arial"/>
              </a:defRPr>
            </a:lvl6pPr>
            <a:lvl7pPr algn="l">
              <a:defRPr sz="1050" b="1">
                <a:solidFill>
                  <a:srgbClr val="F5F2F0"/>
                </a:solidFill>
                <a:latin typeface="Arial"/>
                <a:ea typeface="Arial"/>
                <a:cs typeface="Arial"/>
              </a:defRPr>
            </a:lvl7pPr>
            <a:lvl8pPr algn="l">
              <a:defRPr sz="1050" b="1">
                <a:solidFill>
                  <a:srgbClr val="F5F2F0"/>
                </a:solidFill>
                <a:latin typeface="Arial"/>
                <a:ea typeface="Arial"/>
                <a:cs typeface="Arial"/>
              </a:defRPr>
            </a:lvl8pPr>
            <a:lvl9pPr algn="l">
              <a:defRPr sz="1050" b="1">
                <a:solidFill>
                  <a:srgbClr val="F5F2F0"/>
                </a:solidFill>
                <a:latin typeface="Arial"/>
                <a:ea typeface="Arial"/>
                <a:cs typeface="Arial"/>
              </a:defRPr>
            </a:lvl9pPr>
          </a:lstStyle>
          <a:p xmlns:a="http://schemas.openxmlformats.org/drawingml/2006/main">
            <a:pPr algn="l">
              <a:defRPr sz="1050" b="1">
                <a:solidFill>
                  <a:srgbClr val="F5F2F0"/>
                </a:solidFill>
                <a:latin typeface="Arial"/>
                <a:ea typeface="Arial"/>
                <a:cs typeface="Arial"/>
              </a:defRPr>
            </a:pPr>
            <a:r>
              <a:rPr sz="1050" b="1">
                <a:solidFill>
                  <a:srgbClr val="F5F2F0"/>
                </a:solidFill>
                <a:latin typeface="Arial"/>
                <a:ea typeface="Arial"/>
                <a:cs typeface="Arial"/>
              </a:rPr>
              <a:t>PHONE CALL</a:t>
            </a:r>
          </a:p>
        </p:txBody>
      </p:sp>
      <p:sp>
        <p:nvSpPr>
          <p:cNvPr id="36" name="shape-170">
            <a:extLst xmlns:a="http://schemas.openxmlformats.org/drawingml/2006/main">
              <a:ext uri="{FF2B5EF4-FFF2-40B4-BE49-F238E27FC236}">
                <a16:creationId xmlns:a16="http://schemas.microsoft.com/office/drawing/2014/main" id="{63E3CA44-6198-4AA9-AD96-B2BE05710344}"/>
              </a:ext>
            </a:extLst>
          </p:cNvPr>
          <p:cNvSpPr>
            <a:spLocks xmlns:a="http://schemas.openxmlformats.org/drawingml/2006/main" noGrp="1"/>
          </p:cNvSpPr>
          <p:nvPr/>
        </p:nvSpPr>
        <p:spPr>
          <a:xfrm xmlns:a="http://schemas.openxmlformats.org/drawingml/2006/main">
            <a:off x="7600950" y="526732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No carrier call has been completed.</a:t>
            </a:r>
          </a:p>
        </p:txBody>
      </p:sp>
      <p:sp>
        <p:nvSpPr>
          <p:cNvPr id="37" name="shape-171">
            <a:extLst xmlns:a="http://schemas.openxmlformats.org/drawingml/2006/main">
              <a:ext uri="{FF2B5EF4-FFF2-40B4-BE49-F238E27FC236}">
                <a16:creationId xmlns:a16="http://schemas.microsoft.com/office/drawing/2014/main" id="{79A6B9DC-003D-4879-A4E9-7EA90720F50A}"/>
              </a:ext>
            </a:extLst>
          </p:cNvPr>
          <p:cNvSpPr>
            <a:spLocks xmlns:a="http://schemas.openxmlformats.org/drawingml/2006/main" noGrp="1"/>
          </p:cNvSpPr>
          <p:nvPr/>
        </p:nvSpPr>
        <p:spPr>
          <a:xfrm xmlns:a="http://schemas.openxmlformats.org/drawingml/2006/main">
            <a:off x="685800" y="58864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38" name="shape-172">
            <a:extLst xmlns:a="http://schemas.openxmlformats.org/drawingml/2006/main">
              <a:ext uri="{FF2B5EF4-FFF2-40B4-BE49-F238E27FC236}">
                <a16:creationId xmlns:a16="http://schemas.microsoft.com/office/drawing/2014/main" id="{316F8FA4-864C-47A2-BE8F-4CFD5F6EA421}"/>
              </a:ext>
            </a:extLst>
          </p:cNvPr>
          <p:cNvSpPr>
            <a:spLocks xmlns:a="http://schemas.openxmlformats.org/drawingml/2006/main" noGrp="1"/>
          </p:cNvSpPr>
          <p:nvPr/>
        </p:nvSpPr>
        <p:spPr>
          <a:xfrm xmlns:a="http://schemas.openxmlformats.org/drawingml/2006/main">
            <a:off x="685800" y="601980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858A93"/>
                </a:solidFill>
                <a:latin typeface="Arial"/>
                <a:ea typeface="Arial"/>
                <a:cs typeface="Arial"/>
              </a:defRPr>
            </a:defPPr>
            <a:lvl1pPr algn="l">
              <a:defRPr sz="1050" b="0">
                <a:solidFill>
                  <a:srgbClr val="858A93"/>
                </a:solidFill>
                <a:latin typeface="Arial"/>
                <a:ea typeface="Arial"/>
                <a:cs typeface="Arial"/>
              </a:defRPr>
            </a:lvl1pPr>
            <a:lvl2pPr algn="l">
              <a:defRPr sz="1050" b="0">
                <a:solidFill>
                  <a:srgbClr val="858A93"/>
                </a:solidFill>
                <a:latin typeface="Arial"/>
                <a:ea typeface="Arial"/>
                <a:cs typeface="Arial"/>
              </a:defRPr>
            </a:lvl2pPr>
            <a:lvl3pPr algn="l">
              <a:defRPr sz="1050" b="0">
                <a:solidFill>
                  <a:srgbClr val="858A93"/>
                </a:solidFill>
                <a:latin typeface="Arial"/>
                <a:ea typeface="Arial"/>
                <a:cs typeface="Arial"/>
              </a:defRPr>
            </a:lvl3pPr>
            <a:lvl4pPr algn="l">
              <a:defRPr sz="1050" b="0">
                <a:solidFill>
                  <a:srgbClr val="858A93"/>
                </a:solidFill>
                <a:latin typeface="Arial"/>
                <a:ea typeface="Arial"/>
                <a:cs typeface="Arial"/>
              </a:defRPr>
            </a:lvl4pPr>
            <a:lvl5pPr algn="l">
              <a:defRPr sz="1050" b="0">
                <a:solidFill>
                  <a:srgbClr val="858A93"/>
                </a:solidFill>
                <a:latin typeface="Arial"/>
                <a:ea typeface="Arial"/>
                <a:cs typeface="Arial"/>
              </a:defRPr>
            </a:lvl5pPr>
            <a:lvl6pPr algn="l">
              <a:defRPr sz="1050" b="0">
                <a:solidFill>
                  <a:srgbClr val="858A93"/>
                </a:solidFill>
                <a:latin typeface="Arial"/>
                <a:ea typeface="Arial"/>
                <a:cs typeface="Arial"/>
              </a:defRPr>
            </a:lvl6pPr>
            <a:lvl7pPr algn="l">
              <a:defRPr sz="1050" b="0">
                <a:solidFill>
                  <a:srgbClr val="858A93"/>
                </a:solidFill>
                <a:latin typeface="Arial"/>
                <a:ea typeface="Arial"/>
                <a:cs typeface="Arial"/>
              </a:defRPr>
            </a:lvl7pPr>
            <a:lvl8pPr algn="l">
              <a:defRPr sz="1050" b="0">
                <a:solidFill>
                  <a:srgbClr val="858A93"/>
                </a:solidFill>
                <a:latin typeface="Arial"/>
                <a:ea typeface="Arial"/>
                <a:cs typeface="Arial"/>
              </a:defRPr>
            </a:lvl8pPr>
            <a:lvl9pPr algn="l">
              <a:defRPr sz="1050" b="0">
                <a:solidFill>
                  <a:srgbClr val="858A93"/>
                </a:solidFill>
                <a:latin typeface="Arial"/>
                <a:ea typeface="Arial"/>
                <a:cs typeface="Arial"/>
              </a:defRPr>
            </a:lvl9pPr>
          </a:lstStyle>
          <a:p xmlns:a="http://schemas.openxmlformats.org/drawingml/2006/main">
            <a:pPr algn="l">
              <a:defRPr sz="1050" b="0">
                <a:solidFill>
                  <a:srgbClr val="858A93"/>
                </a:solidFill>
                <a:latin typeface="Arial"/>
                <a:ea typeface="Arial"/>
                <a:cs typeface="Arial"/>
              </a:defRPr>
            </a:pPr>
            <a:r>
              <a:rPr sz="1050" b="0">
                <a:solidFill>
                  <a:srgbClr val="858A93"/>
                </a:solidFill>
                <a:latin typeface="Arial"/>
                <a:ea typeface="Arial"/>
                <a:cs typeface="Arial"/>
              </a:rPr>
              <a:t>Synthetic only. Synthea aggregate values inform starting points; this is not real-patient data, an India-representative cohort, or clinical validation.</a:t>
            </a:r>
          </a:p>
        </p:txBody>
      </p:sp>
    </p:spTree>
    <p:extLst>
      <p:ext uri="{BB962C8B-B14F-4D97-AF65-F5344CB8AC3E}">
        <p14:creationId xmlns:p14="http://schemas.microsoft.com/office/powerpoint/2010/main" val="1846998697"/>
      </p:ext>
    </p:extLst>
  </p:cSld>
</p:sld>
</file>

<file path=ppt/slides/slide6.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42" name="shape-173">
            <a:extLst xmlns:a="http://schemas.openxmlformats.org/drawingml/2006/main">
              <a:ext uri="{FF2B5EF4-FFF2-40B4-BE49-F238E27FC236}">
                <a16:creationId xmlns:a16="http://schemas.microsoft.com/office/drawing/2014/main" id="{6472E619-DC2B-4379-992D-B81E86EC1886}"/>
              </a:ext>
            </a:extLst>
          </p:cNvPr>
          <p:cNvSpPr>
            <a:spLocks xmlns:a="http://schemas.openxmlformats.org/drawingml/2006/main" noGrp="1"/>
          </p:cNvSpPr>
          <p:nvPr/>
        </p:nvSpPr>
        <p:spPr>
          <a:xfrm xmlns:a="http://schemas.openxmlformats.org/drawingml/2006/main">
            <a:off x="685800" y="3238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CARE</a:t>
            </a:r>
          </a:p>
        </p:txBody>
      </p:sp>
      <p:sp>
        <p:nvSpPr>
          <p:cNvPr id="2" name="shape-174">
            <a:extLst xmlns:a="http://schemas.openxmlformats.org/drawingml/2006/main">
              <a:ext uri="{FF2B5EF4-FFF2-40B4-BE49-F238E27FC236}">
                <a16:creationId xmlns:a16="http://schemas.microsoft.com/office/drawing/2014/main" id="{24AE2ED5-1F96-4E1B-9DA2-00AF14A7A692}"/>
              </a:ext>
            </a:extLst>
          </p:cNvPr>
          <p:cNvSpPr>
            <a:spLocks xmlns:a="http://schemas.openxmlformats.org/drawingml/2006/main" noGrp="1"/>
          </p:cNvSpPr>
          <p:nvPr/>
        </p:nvSpPr>
        <p:spPr>
          <a:xfrm xmlns:a="http://schemas.openxmlformats.org/drawingml/2006/main">
            <a:off x="685800" y="62865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2F0"/>
                </a:solidFill>
                <a:latin typeface="Arial"/>
                <a:ea typeface="Arial"/>
                <a:cs typeface="Arial"/>
              </a:defRPr>
            </a:defPPr>
            <a:lvl1pPr algn="l">
              <a:defRPr sz="2850" b="1">
                <a:solidFill>
                  <a:srgbClr val="F5F2F0"/>
                </a:solidFill>
                <a:latin typeface="Arial"/>
                <a:ea typeface="Arial"/>
                <a:cs typeface="Arial"/>
              </a:defRPr>
            </a:lvl1pPr>
            <a:lvl2pPr algn="l">
              <a:defRPr sz="2850" b="1">
                <a:solidFill>
                  <a:srgbClr val="F5F2F0"/>
                </a:solidFill>
                <a:latin typeface="Arial"/>
                <a:ea typeface="Arial"/>
                <a:cs typeface="Arial"/>
              </a:defRPr>
            </a:lvl2pPr>
            <a:lvl3pPr algn="l">
              <a:defRPr sz="2850" b="1">
                <a:solidFill>
                  <a:srgbClr val="F5F2F0"/>
                </a:solidFill>
                <a:latin typeface="Arial"/>
                <a:ea typeface="Arial"/>
                <a:cs typeface="Arial"/>
              </a:defRPr>
            </a:lvl3pPr>
            <a:lvl4pPr algn="l">
              <a:defRPr sz="2850" b="1">
                <a:solidFill>
                  <a:srgbClr val="F5F2F0"/>
                </a:solidFill>
                <a:latin typeface="Arial"/>
                <a:ea typeface="Arial"/>
                <a:cs typeface="Arial"/>
              </a:defRPr>
            </a:lvl4pPr>
            <a:lvl5pPr algn="l">
              <a:defRPr sz="2850" b="1">
                <a:solidFill>
                  <a:srgbClr val="F5F2F0"/>
                </a:solidFill>
                <a:latin typeface="Arial"/>
                <a:ea typeface="Arial"/>
                <a:cs typeface="Arial"/>
              </a:defRPr>
            </a:lvl5pPr>
            <a:lvl6pPr algn="l">
              <a:defRPr sz="2850" b="1">
                <a:solidFill>
                  <a:srgbClr val="F5F2F0"/>
                </a:solidFill>
                <a:latin typeface="Arial"/>
                <a:ea typeface="Arial"/>
                <a:cs typeface="Arial"/>
              </a:defRPr>
            </a:lvl6pPr>
            <a:lvl7pPr algn="l">
              <a:defRPr sz="2850" b="1">
                <a:solidFill>
                  <a:srgbClr val="F5F2F0"/>
                </a:solidFill>
                <a:latin typeface="Arial"/>
                <a:ea typeface="Arial"/>
                <a:cs typeface="Arial"/>
              </a:defRPr>
            </a:lvl7pPr>
            <a:lvl8pPr algn="l">
              <a:defRPr sz="2850" b="1">
                <a:solidFill>
                  <a:srgbClr val="F5F2F0"/>
                </a:solidFill>
                <a:latin typeface="Arial"/>
                <a:ea typeface="Arial"/>
                <a:cs typeface="Arial"/>
              </a:defRPr>
            </a:lvl8pPr>
            <a:lvl9pPr algn="l">
              <a:defRPr sz="2850" b="1">
                <a:solidFill>
                  <a:srgbClr val="F5F2F0"/>
                </a:solidFill>
                <a:latin typeface="Arial"/>
                <a:ea typeface="Arial"/>
                <a:cs typeface="Arial"/>
              </a:defRPr>
            </a:lvl9pPr>
          </a:lstStyle>
          <a:p xmlns:a="http://schemas.openxmlformats.org/drawingml/2006/main">
            <a:pPr algn="l">
              <a:defRPr sz="2850" b="1">
                <a:solidFill>
                  <a:srgbClr val="F5F2F0"/>
                </a:solidFill>
                <a:latin typeface="Arial"/>
                <a:ea typeface="Arial"/>
                <a:cs typeface="Arial"/>
              </a:defRPr>
            </a:pPr>
            <a:r>
              <a:rPr sz="2850" b="1">
                <a:solidFill>
                  <a:srgbClr val="F5F2F0"/>
                </a:solidFill>
                <a:latin typeface="Arial"/>
                <a:ea typeface="Arial"/>
                <a:cs typeface="Arial"/>
              </a:rPr>
              <a:t>Feasibility: evidence, safety and cost</a:t>
            </a:r>
          </a:p>
        </p:txBody>
      </p:sp>
      <p:sp>
        <p:nvSpPr>
          <p:cNvPr id="3" name="shape-175">
            <a:extLst xmlns:a="http://schemas.openxmlformats.org/drawingml/2006/main">
              <a:ext uri="{FF2B5EF4-FFF2-40B4-BE49-F238E27FC236}">
                <a16:creationId xmlns:a16="http://schemas.microsoft.com/office/drawing/2014/main" id="{7E5113C2-100B-406E-B981-810FDBD2EF47}"/>
              </a:ext>
            </a:extLst>
          </p:cNvPr>
          <p:cNvSpPr>
            <a:spLocks xmlns:a="http://schemas.openxmlformats.org/drawingml/2006/main" noGrp="1"/>
          </p:cNvSpPr>
          <p:nvPr/>
        </p:nvSpPr>
        <p:spPr>
          <a:xfrm xmlns:a="http://schemas.openxmlformats.org/drawingml/2006/main">
            <a:off x="685800" y="11430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9BBC1"/>
                </a:solidFill>
                <a:latin typeface="Arial"/>
                <a:ea typeface="Arial"/>
                <a:cs typeface="Arial"/>
              </a:defRPr>
            </a:defPPr>
            <a:lvl1pPr algn="l">
              <a:defRPr sz="1425" b="0">
                <a:solidFill>
                  <a:srgbClr val="B9BBC1"/>
                </a:solidFill>
                <a:latin typeface="Arial"/>
                <a:ea typeface="Arial"/>
                <a:cs typeface="Arial"/>
              </a:defRPr>
            </a:lvl1pPr>
            <a:lvl2pPr algn="l">
              <a:defRPr sz="1425" b="0">
                <a:solidFill>
                  <a:srgbClr val="B9BBC1"/>
                </a:solidFill>
                <a:latin typeface="Arial"/>
                <a:ea typeface="Arial"/>
                <a:cs typeface="Arial"/>
              </a:defRPr>
            </a:lvl2pPr>
            <a:lvl3pPr algn="l">
              <a:defRPr sz="1425" b="0">
                <a:solidFill>
                  <a:srgbClr val="B9BBC1"/>
                </a:solidFill>
                <a:latin typeface="Arial"/>
                <a:ea typeface="Arial"/>
                <a:cs typeface="Arial"/>
              </a:defRPr>
            </a:lvl3pPr>
            <a:lvl4pPr algn="l">
              <a:defRPr sz="1425" b="0">
                <a:solidFill>
                  <a:srgbClr val="B9BBC1"/>
                </a:solidFill>
                <a:latin typeface="Arial"/>
                <a:ea typeface="Arial"/>
                <a:cs typeface="Arial"/>
              </a:defRPr>
            </a:lvl4pPr>
            <a:lvl5pPr algn="l">
              <a:defRPr sz="1425" b="0">
                <a:solidFill>
                  <a:srgbClr val="B9BBC1"/>
                </a:solidFill>
                <a:latin typeface="Arial"/>
                <a:ea typeface="Arial"/>
                <a:cs typeface="Arial"/>
              </a:defRPr>
            </a:lvl5pPr>
            <a:lvl6pPr algn="l">
              <a:defRPr sz="1425" b="0">
                <a:solidFill>
                  <a:srgbClr val="B9BBC1"/>
                </a:solidFill>
                <a:latin typeface="Arial"/>
                <a:ea typeface="Arial"/>
                <a:cs typeface="Arial"/>
              </a:defRPr>
            </a:lvl6pPr>
            <a:lvl7pPr algn="l">
              <a:defRPr sz="1425" b="0">
                <a:solidFill>
                  <a:srgbClr val="B9BBC1"/>
                </a:solidFill>
                <a:latin typeface="Arial"/>
                <a:ea typeface="Arial"/>
                <a:cs typeface="Arial"/>
              </a:defRPr>
            </a:lvl7pPr>
            <a:lvl8pPr algn="l">
              <a:defRPr sz="1425" b="0">
                <a:solidFill>
                  <a:srgbClr val="B9BBC1"/>
                </a:solidFill>
                <a:latin typeface="Arial"/>
                <a:ea typeface="Arial"/>
                <a:cs typeface="Arial"/>
              </a:defRPr>
            </a:lvl8pPr>
            <a:lvl9pPr algn="l">
              <a:defRPr sz="1425" b="0">
                <a:solidFill>
                  <a:srgbClr val="B9BBC1"/>
                </a:solidFill>
                <a:latin typeface="Arial"/>
                <a:ea typeface="Arial"/>
                <a:cs typeface="Arial"/>
              </a:defRPr>
            </a:lvl9pPr>
          </a:lstStyle>
          <a:p xmlns:a="http://schemas.openxmlformats.org/drawingml/2006/main">
            <a:pPr algn="l">
              <a:defRPr sz="1425" b="0">
                <a:solidFill>
                  <a:srgbClr val="B9BBC1"/>
                </a:solidFill>
                <a:latin typeface="Arial"/>
                <a:ea typeface="Arial"/>
                <a:cs typeface="Arial"/>
              </a:defRPr>
            </a:pPr>
            <a:r>
              <a:rPr sz="1425" b="0">
                <a:solidFill>
                  <a:srgbClr val="B9BBC1"/>
                </a:solidFill>
                <a:latin typeface="Arial"/>
                <a:ea typeface="Arial"/>
                <a:cs typeface="Arial"/>
              </a:rPr>
              <a:t>The showcase can be inexpensive; early detection and 10,000-person operating cost are not yet proven.</a:t>
            </a:r>
          </a:p>
        </p:txBody>
      </p:sp>
      <p:sp>
        <p:nvSpPr>
          <p:cNvPr id="4" name="shape-176">
            <a:extLst xmlns:a="http://schemas.openxmlformats.org/drawingml/2006/main">
              <a:ext uri="{FF2B5EF4-FFF2-40B4-BE49-F238E27FC236}">
                <a16:creationId xmlns:a16="http://schemas.microsoft.com/office/drawing/2014/main" id="{C7BEF829-CFFB-4CF6-8FB5-5939A90839BA}"/>
              </a:ext>
            </a:extLst>
          </p:cNvPr>
          <p:cNvSpPr>
            <a:spLocks xmlns:a="http://schemas.openxmlformats.org/drawingml/2006/main" noGrp="1"/>
          </p:cNvSpPr>
          <p:nvPr/>
        </p:nvSpPr>
        <p:spPr>
          <a:xfrm xmlns:a="http://schemas.openxmlformats.org/drawingml/2006/main">
            <a:off x="685800" y="15430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5" name="shape-177">
            <a:extLst xmlns:a="http://schemas.openxmlformats.org/drawingml/2006/main">
              <a:ext uri="{FF2B5EF4-FFF2-40B4-BE49-F238E27FC236}">
                <a16:creationId xmlns:a16="http://schemas.microsoft.com/office/drawing/2014/main" id="{714E1416-1B1C-452F-96C0-4A483A88A126}"/>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6" name="shape-178">
            <a:extLst xmlns:a="http://schemas.openxmlformats.org/drawingml/2006/main">
              <a:ext uri="{FF2B5EF4-FFF2-40B4-BE49-F238E27FC236}">
                <a16:creationId xmlns:a16="http://schemas.microsoft.com/office/drawing/2014/main" id="{C557D399-E78E-4F48-A0D3-34B3D1388549}"/>
              </a:ext>
            </a:extLst>
          </p:cNvPr>
          <p:cNvSpPr>
            <a:spLocks xmlns:a="http://schemas.openxmlformats.org/drawingml/2006/main" noGrp="1"/>
          </p:cNvSpPr>
          <p:nvPr/>
        </p:nvSpPr>
        <p:spPr>
          <a:xfrm xmlns:a="http://schemas.openxmlformats.org/drawingml/2006/main">
            <a:off x="685800" y="6562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58A93"/>
                </a:solidFill>
                <a:latin typeface="Arial"/>
                <a:ea typeface="Arial"/>
                <a:cs typeface="Arial"/>
              </a:defRPr>
            </a:defPPr>
            <a:lvl1pPr algn="l">
              <a:defRPr sz="975" b="1">
                <a:solidFill>
                  <a:srgbClr val="858A93"/>
                </a:solidFill>
                <a:latin typeface="Arial"/>
                <a:ea typeface="Arial"/>
                <a:cs typeface="Arial"/>
              </a:defRPr>
            </a:lvl1pPr>
            <a:lvl2pPr algn="l">
              <a:defRPr sz="975" b="1">
                <a:solidFill>
                  <a:srgbClr val="858A93"/>
                </a:solidFill>
                <a:latin typeface="Arial"/>
                <a:ea typeface="Arial"/>
                <a:cs typeface="Arial"/>
              </a:defRPr>
            </a:lvl2pPr>
            <a:lvl3pPr algn="l">
              <a:defRPr sz="975" b="1">
                <a:solidFill>
                  <a:srgbClr val="858A93"/>
                </a:solidFill>
                <a:latin typeface="Arial"/>
                <a:ea typeface="Arial"/>
                <a:cs typeface="Arial"/>
              </a:defRPr>
            </a:lvl3pPr>
            <a:lvl4pPr algn="l">
              <a:defRPr sz="975" b="1">
                <a:solidFill>
                  <a:srgbClr val="858A93"/>
                </a:solidFill>
                <a:latin typeface="Arial"/>
                <a:ea typeface="Arial"/>
                <a:cs typeface="Arial"/>
              </a:defRPr>
            </a:lvl4pPr>
            <a:lvl5pPr algn="l">
              <a:defRPr sz="975" b="1">
                <a:solidFill>
                  <a:srgbClr val="858A93"/>
                </a:solidFill>
                <a:latin typeface="Arial"/>
                <a:ea typeface="Arial"/>
                <a:cs typeface="Arial"/>
              </a:defRPr>
            </a:lvl5pPr>
            <a:lvl6pPr algn="l">
              <a:defRPr sz="975" b="1">
                <a:solidFill>
                  <a:srgbClr val="858A93"/>
                </a:solidFill>
                <a:latin typeface="Arial"/>
                <a:ea typeface="Arial"/>
                <a:cs typeface="Arial"/>
              </a:defRPr>
            </a:lvl6pPr>
            <a:lvl7pPr algn="l">
              <a:defRPr sz="975" b="1">
                <a:solidFill>
                  <a:srgbClr val="858A93"/>
                </a:solidFill>
                <a:latin typeface="Arial"/>
                <a:ea typeface="Arial"/>
                <a:cs typeface="Arial"/>
              </a:defRPr>
            </a:lvl7pPr>
            <a:lvl8pPr algn="l">
              <a:defRPr sz="975" b="1">
                <a:solidFill>
                  <a:srgbClr val="858A93"/>
                </a:solidFill>
                <a:latin typeface="Arial"/>
                <a:ea typeface="Arial"/>
                <a:cs typeface="Arial"/>
              </a:defRPr>
            </a:lvl8pPr>
            <a:lvl9pPr algn="l">
              <a:defRPr sz="975" b="1">
                <a:solidFill>
                  <a:srgbClr val="858A93"/>
                </a:solidFill>
                <a:latin typeface="Arial"/>
                <a:ea typeface="Arial"/>
                <a:cs typeface="Arial"/>
              </a:defRPr>
            </a:lvl9pPr>
          </a:lstStyle>
          <a:p xmlns:a="http://schemas.openxmlformats.org/drawingml/2006/main">
            <a:pPr algn="l">
              <a:defRPr sz="975" b="1">
                <a:solidFill>
                  <a:srgbClr val="858A93"/>
                </a:solidFill>
                <a:latin typeface="Arial"/>
                <a:ea typeface="Arial"/>
                <a:cs typeface="Arial"/>
              </a:defRPr>
            </a:pPr>
            <a:r>
              <a:rPr sz="975" b="1">
                <a:solidFill>
                  <a:srgbClr val="858A93"/>
                </a:solidFill>
                <a:latin typeface="Arial"/>
                <a:ea typeface="Arial"/>
                <a:cs typeface="Arial"/>
              </a:rPr>
              <a:t>CODEBURNER  ·  DEVS09</a:t>
            </a:r>
          </a:p>
        </p:txBody>
      </p:sp>
      <p:sp>
        <p:nvSpPr>
          <p:cNvPr id="7" name="shape-179">
            <a:extLst xmlns:a="http://schemas.openxmlformats.org/drawingml/2006/main">
              <a:ext uri="{FF2B5EF4-FFF2-40B4-BE49-F238E27FC236}">
                <a16:creationId xmlns:a16="http://schemas.microsoft.com/office/drawing/2014/main" id="{19699BF5-3C45-43A4-8BAD-56F23AFE6AAF}"/>
              </a:ext>
            </a:extLst>
          </p:cNvPr>
          <p:cNvSpPr>
            <a:spLocks xmlns:a="http://schemas.openxmlformats.org/drawingml/2006/main" noGrp="1"/>
          </p:cNvSpPr>
          <p:nvPr/>
        </p:nvSpPr>
        <p:spPr>
          <a:xfrm xmlns:a="http://schemas.openxmlformats.org/drawingml/2006/main">
            <a:off x="106680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06  /  07</a:t>
            </a:r>
          </a:p>
        </p:txBody>
      </p:sp>
      <p:sp>
        <p:nvSpPr>
          <p:cNvPr id="8" name="shape-180">
            <a:extLst xmlns:a="http://schemas.openxmlformats.org/drawingml/2006/main">
              <a:ext uri="{FF2B5EF4-FFF2-40B4-BE49-F238E27FC236}">
                <a16:creationId xmlns:a16="http://schemas.microsoft.com/office/drawing/2014/main" id="{57147A49-47A5-4ECF-81B8-F84E878A5268}"/>
              </a:ext>
            </a:extLst>
          </p:cNvPr>
          <p:cNvSpPr>
            <a:spLocks xmlns:a="http://schemas.openxmlformats.org/drawingml/2006/main" noGrp="1"/>
          </p:cNvSpPr>
          <p:nvPr/>
        </p:nvSpPr>
        <p:spPr>
          <a:xfrm xmlns:a="http://schemas.openxmlformats.org/drawingml/2006/main">
            <a:off x="685800" y="17526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SYNTHETIC SCENARIO CHECK</a:t>
            </a:r>
          </a:p>
        </p:txBody>
      </p:sp>
      <p:sp>
        <p:nvSpPr>
          <p:cNvPr id="9" name="shape-181">
            <a:extLst xmlns:a="http://schemas.openxmlformats.org/drawingml/2006/main">
              <a:ext uri="{FF2B5EF4-FFF2-40B4-BE49-F238E27FC236}">
                <a16:creationId xmlns:a16="http://schemas.microsoft.com/office/drawing/2014/main" id="{AF50C790-5312-49A6-9CB3-21897F4A4384}"/>
              </a:ext>
            </a:extLst>
          </p:cNvPr>
          <p:cNvSpPr>
            <a:spLocks xmlns:a="http://schemas.openxmlformats.org/drawingml/2006/main" noGrp="1"/>
          </p:cNvSpPr>
          <p:nvPr/>
        </p:nvSpPr>
        <p:spPr>
          <a:xfrm xmlns:a="http://schemas.openxmlformats.org/drawingml/2006/main">
            <a:off x="685800" y="2114550"/>
            <a:ext cx="3190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5F2F0"/>
                </a:solidFill>
                <a:latin typeface="Arial"/>
                <a:ea typeface="Arial"/>
                <a:cs typeface="Arial"/>
              </a:defRPr>
            </a:defPPr>
            <a:lvl1pPr algn="l">
              <a:defRPr sz="1350" b="1">
                <a:solidFill>
                  <a:srgbClr val="F5F2F0"/>
                </a:solidFill>
                <a:latin typeface="Arial"/>
                <a:ea typeface="Arial"/>
                <a:cs typeface="Arial"/>
              </a:defRPr>
            </a:lvl1pPr>
            <a:lvl2pPr algn="l">
              <a:defRPr sz="1350" b="1">
                <a:solidFill>
                  <a:srgbClr val="F5F2F0"/>
                </a:solidFill>
                <a:latin typeface="Arial"/>
                <a:ea typeface="Arial"/>
                <a:cs typeface="Arial"/>
              </a:defRPr>
            </a:lvl2pPr>
            <a:lvl3pPr algn="l">
              <a:defRPr sz="1350" b="1">
                <a:solidFill>
                  <a:srgbClr val="F5F2F0"/>
                </a:solidFill>
                <a:latin typeface="Arial"/>
                <a:ea typeface="Arial"/>
                <a:cs typeface="Arial"/>
              </a:defRPr>
            </a:lvl3pPr>
            <a:lvl4pPr algn="l">
              <a:defRPr sz="1350" b="1">
                <a:solidFill>
                  <a:srgbClr val="F5F2F0"/>
                </a:solidFill>
                <a:latin typeface="Arial"/>
                <a:ea typeface="Arial"/>
                <a:cs typeface="Arial"/>
              </a:defRPr>
            </a:lvl4pPr>
            <a:lvl5pPr algn="l">
              <a:defRPr sz="1350" b="1">
                <a:solidFill>
                  <a:srgbClr val="F5F2F0"/>
                </a:solidFill>
                <a:latin typeface="Arial"/>
                <a:ea typeface="Arial"/>
                <a:cs typeface="Arial"/>
              </a:defRPr>
            </a:lvl5pPr>
            <a:lvl6pPr algn="l">
              <a:defRPr sz="1350" b="1">
                <a:solidFill>
                  <a:srgbClr val="F5F2F0"/>
                </a:solidFill>
                <a:latin typeface="Arial"/>
                <a:ea typeface="Arial"/>
                <a:cs typeface="Arial"/>
              </a:defRPr>
            </a:lvl6pPr>
            <a:lvl7pPr algn="l">
              <a:defRPr sz="1350" b="1">
                <a:solidFill>
                  <a:srgbClr val="F5F2F0"/>
                </a:solidFill>
                <a:latin typeface="Arial"/>
                <a:ea typeface="Arial"/>
                <a:cs typeface="Arial"/>
              </a:defRPr>
            </a:lvl7pPr>
            <a:lvl8pPr algn="l">
              <a:defRPr sz="1350" b="1">
                <a:solidFill>
                  <a:srgbClr val="F5F2F0"/>
                </a:solidFill>
                <a:latin typeface="Arial"/>
                <a:ea typeface="Arial"/>
                <a:cs typeface="Arial"/>
              </a:defRPr>
            </a:lvl8pPr>
            <a:lvl9pPr algn="l">
              <a:defRPr sz="1350" b="1">
                <a:solidFill>
                  <a:srgbClr val="F5F2F0"/>
                </a:solidFill>
                <a:latin typeface="Arial"/>
                <a:ea typeface="Arial"/>
                <a:cs typeface="Arial"/>
              </a:defRPr>
            </a:lvl9pPr>
          </a:lstStyle>
          <a:p xmlns:a="http://schemas.openxmlformats.org/drawingml/2006/main">
            <a:pPr algn="l">
              <a:defRPr sz="1350" b="1">
                <a:solidFill>
                  <a:srgbClr val="F5F2F0"/>
                </a:solidFill>
                <a:latin typeface="Arial"/>
                <a:ea typeface="Arial"/>
                <a:cs typeface="Arial"/>
              </a:defRPr>
            </a:pPr>
            <a:r>
              <a:rPr sz="1350" b="1">
                <a:solidFill>
                  <a:srgbClr val="F5F2F0"/>
                </a:solidFill>
                <a:latin typeface="Arial"/>
                <a:ea typeface="Arial"/>
                <a:cs typeface="Arial"/>
              </a:rPr>
              <a:t>High priority  ·  score ≥ 60</a:t>
            </a:r>
          </a:p>
        </p:txBody>
      </p:sp>
      <p:sp>
        <p:nvSpPr>
          <p:cNvPr id="10" name="shape-182">
            <a:extLst xmlns:a="http://schemas.openxmlformats.org/drawingml/2006/main">
              <a:ext uri="{FF2B5EF4-FFF2-40B4-BE49-F238E27FC236}">
                <a16:creationId xmlns:a16="http://schemas.microsoft.com/office/drawing/2014/main" id="{D4033EAE-5141-4E8F-A1FB-AA2318A0D9FB}"/>
              </a:ext>
            </a:extLst>
          </p:cNvPr>
          <p:cNvSpPr>
            <a:spLocks xmlns:a="http://schemas.openxmlformats.org/drawingml/2006/main" noGrp="1"/>
          </p:cNvSpPr>
          <p:nvPr/>
        </p:nvSpPr>
        <p:spPr>
          <a:xfrm xmlns:a="http://schemas.openxmlformats.org/drawingml/2006/main">
            <a:off x="4924425" y="2076450"/>
            <a:ext cx="62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725" b="1">
                <a:solidFill>
                  <a:srgbClr val="E3474E"/>
                </a:solidFill>
                <a:latin typeface="Arial"/>
                <a:ea typeface="Arial"/>
                <a:cs typeface="Arial"/>
              </a:defRPr>
            </a:defPPr>
            <a:lvl1pPr algn="r">
              <a:defRPr sz="1725" b="1">
                <a:solidFill>
                  <a:srgbClr val="E3474E"/>
                </a:solidFill>
                <a:latin typeface="Arial"/>
                <a:ea typeface="Arial"/>
                <a:cs typeface="Arial"/>
              </a:defRPr>
            </a:lvl1pPr>
            <a:lvl2pPr algn="r">
              <a:defRPr sz="1725" b="1">
                <a:solidFill>
                  <a:srgbClr val="E3474E"/>
                </a:solidFill>
                <a:latin typeface="Arial"/>
                <a:ea typeface="Arial"/>
                <a:cs typeface="Arial"/>
              </a:defRPr>
            </a:lvl2pPr>
            <a:lvl3pPr algn="r">
              <a:defRPr sz="1725" b="1">
                <a:solidFill>
                  <a:srgbClr val="E3474E"/>
                </a:solidFill>
                <a:latin typeface="Arial"/>
                <a:ea typeface="Arial"/>
                <a:cs typeface="Arial"/>
              </a:defRPr>
            </a:lvl3pPr>
            <a:lvl4pPr algn="r">
              <a:defRPr sz="1725" b="1">
                <a:solidFill>
                  <a:srgbClr val="E3474E"/>
                </a:solidFill>
                <a:latin typeface="Arial"/>
                <a:ea typeface="Arial"/>
                <a:cs typeface="Arial"/>
              </a:defRPr>
            </a:lvl4pPr>
            <a:lvl5pPr algn="r">
              <a:defRPr sz="1725" b="1">
                <a:solidFill>
                  <a:srgbClr val="E3474E"/>
                </a:solidFill>
                <a:latin typeface="Arial"/>
                <a:ea typeface="Arial"/>
                <a:cs typeface="Arial"/>
              </a:defRPr>
            </a:lvl5pPr>
            <a:lvl6pPr algn="r">
              <a:defRPr sz="1725" b="1">
                <a:solidFill>
                  <a:srgbClr val="E3474E"/>
                </a:solidFill>
                <a:latin typeface="Arial"/>
                <a:ea typeface="Arial"/>
                <a:cs typeface="Arial"/>
              </a:defRPr>
            </a:lvl6pPr>
            <a:lvl7pPr algn="r">
              <a:defRPr sz="1725" b="1">
                <a:solidFill>
                  <a:srgbClr val="E3474E"/>
                </a:solidFill>
                <a:latin typeface="Arial"/>
                <a:ea typeface="Arial"/>
                <a:cs typeface="Arial"/>
              </a:defRPr>
            </a:lvl7pPr>
            <a:lvl8pPr algn="r">
              <a:defRPr sz="1725" b="1">
                <a:solidFill>
                  <a:srgbClr val="E3474E"/>
                </a:solidFill>
                <a:latin typeface="Arial"/>
                <a:ea typeface="Arial"/>
                <a:cs typeface="Arial"/>
              </a:defRPr>
            </a:lvl8pPr>
            <a:lvl9pPr algn="r">
              <a:defRPr sz="1725" b="1">
                <a:solidFill>
                  <a:srgbClr val="E3474E"/>
                </a:solidFill>
                <a:latin typeface="Arial"/>
                <a:ea typeface="Arial"/>
                <a:cs typeface="Arial"/>
              </a:defRPr>
            </a:lvl9pPr>
          </a:lstStyle>
          <a:p xmlns:a="http://schemas.openxmlformats.org/drawingml/2006/main">
            <a:pPr algn="r">
              <a:defRPr sz="1725" b="1">
                <a:solidFill>
                  <a:srgbClr val="E3474E"/>
                </a:solidFill>
                <a:latin typeface="Arial"/>
                <a:ea typeface="Arial"/>
                <a:cs typeface="Arial"/>
              </a:defRPr>
            </a:pPr>
            <a:r>
              <a:rPr sz="1725" b="1">
                <a:solidFill>
                  <a:srgbClr val="E3474E"/>
                </a:solidFill>
                <a:latin typeface="Arial"/>
                <a:ea typeface="Arial"/>
                <a:cs typeface="Arial"/>
              </a:rPr>
              <a:t>20%</a:t>
            </a:r>
          </a:p>
        </p:txBody>
      </p:sp>
      <p:sp>
        <p:nvSpPr>
          <p:cNvPr id="11" name="shape-183">
            <a:extLst xmlns:a="http://schemas.openxmlformats.org/drawingml/2006/main">
              <a:ext uri="{FF2B5EF4-FFF2-40B4-BE49-F238E27FC236}">
                <a16:creationId xmlns:a16="http://schemas.microsoft.com/office/drawing/2014/main" id="{F3E91DEE-F6DC-49D7-9643-4FF17B79FEA2}"/>
              </a:ext>
            </a:extLst>
          </p:cNvPr>
          <p:cNvSpPr>
            <a:spLocks xmlns:a="http://schemas.openxmlformats.org/drawingml/2006/main" noGrp="1"/>
          </p:cNvSpPr>
          <p:nvPr/>
        </p:nvSpPr>
        <p:spPr>
          <a:xfrm xmlns:a="http://schemas.openxmlformats.org/drawingml/2006/main">
            <a:off x="685800" y="2400300"/>
            <a:ext cx="4857750" cy="95250"/>
          </a:xfrm>
          <a:prstGeom xmlns:a="http://schemas.openxmlformats.org/drawingml/2006/main" prst="roundRect">
            <a:avLst>
              <a:gd name="adj" fmla="val 50000"/>
            </a:avLst>
          </a:prstGeom>
          <a:solidFill xmlns:a="http://schemas.openxmlformats.org/drawingml/2006/main">
            <a:srgbClr val="1B1E23"/>
          </a:solidFill>
          <a:ln xmlns:a="http://schemas.openxmlformats.org/drawingml/2006/main" w="0">
            <a:noFill/>
            <a:prstDash val="solid"/>
          </a:ln>
        </p:spPr>
      </p:sp>
      <p:sp>
        <p:nvSpPr>
          <p:cNvPr id="12" name="shape-184">
            <a:extLst xmlns:a="http://schemas.openxmlformats.org/drawingml/2006/main">
              <a:ext uri="{FF2B5EF4-FFF2-40B4-BE49-F238E27FC236}">
                <a16:creationId xmlns:a16="http://schemas.microsoft.com/office/drawing/2014/main" id="{41B19F4C-A672-464A-9D83-F75942993587}"/>
              </a:ext>
            </a:extLst>
          </p:cNvPr>
          <p:cNvSpPr>
            <a:spLocks xmlns:a="http://schemas.openxmlformats.org/drawingml/2006/main" noGrp="1"/>
          </p:cNvSpPr>
          <p:nvPr/>
        </p:nvSpPr>
        <p:spPr>
          <a:xfrm xmlns:a="http://schemas.openxmlformats.org/drawingml/2006/main">
            <a:off x="685800" y="2400300"/>
            <a:ext cx="971550" cy="95250"/>
          </a:xfrm>
          <a:prstGeom xmlns:a="http://schemas.openxmlformats.org/drawingml/2006/main" prst="roundRect">
            <a:avLst>
              <a:gd name="adj" fmla="val 50000"/>
            </a:avLst>
          </a:prstGeom>
          <a:solidFill xmlns:a="http://schemas.openxmlformats.org/drawingml/2006/main">
            <a:srgbClr val="E3474E"/>
          </a:solidFill>
          <a:ln xmlns:a="http://schemas.openxmlformats.org/drawingml/2006/main" w="0">
            <a:noFill/>
            <a:prstDash val="solid"/>
          </a:ln>
        </p:spPr>
      </p:sp>
      <p:sp>
        <p:nvSpPr>
          <p:cNvPr id="13" name="shape-185">
            <a:extLst xmlns:a="http://schemas.openxmlformats.org/drawingml/2006/main">
              <a:ext uri="{FF2B5EF4-FFF2-40B4-BE49-F238E27FC236}">
                <a16:creationId xmlns:a16="http://schemas.microsoft.com/office/drawing/2014/main" id="{2937141E-A4CE-41F2-9A96-B44204CBEA0D}"/>
              </a:ext>
            </a:extLst>
          </p:cNvPr>
          <p:cNvSpPr>
            <a:spLocks xmlns:a="http://schemas.openxmlformats.org/drawingml/2006/main" noGrp="1"/>
          </p:cNvSpPr>
          <p:nvPr/>
        </p:nvSpPr>
        <p:spPr>
          <a:xfrm xmlns:a="http://schemas.openxmlformats.org/drawingml/2006/main">
            <a:off x="685800" y="2590800"/>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3 of 4 held-out scenarios flagged; first high-priority alert averaged 6.0 days after onset.</a:t>
            </a:r>
          </a:p>
        </p:txBody>
      </p:sp>
      <p:sp>
        <p:nvSpPr>
          <p:cNvPr id="14" name="shape-186">
            <a:extLst xmlns:a="http://schemas.openxmlformats.org/drawingml/2006/main">
              <a:ext uri="{FF2B5EF4-FFF2-40B4-BE49-F238E27FC236}">
                <a16:creationId xmlns:a16="http://schemas.microsoft.com/office/drawing/2014/main" id="{B1C66839-2751-4EFF-8EF4-F2489584BD34}"/>
              </a:ext>
            </a:extLst>
          </p:cNvPr>
          <p:cNvSpPr>
            <a:spLocks xmlns:a="http://schemas.openxmlformats.org/drawingml/2006/main" noGrp="1"/>
          </p:cNvSpPr>
          <p:nvPr/>
        </p:nvSpPr>
        <p:spPr>
          <a:xfrm xmlns:a="http://schemas.openxmlformats.org/drawingml/2006/main">
            <a:off x="685800" y="3171825"/>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5F2F0"/>
                </a:solidFill>
                <a:latin typeface="Arial"/>
                <a:ea typeface="Arial"/>
                <a:cs typeface="Arial"/>
              </a:defRPr>
            </a:defPPr>
            <a:lvl1pPr algn="l">
              <a:defRPr sz="1350" b="1">
                <a:solidFill>
                  <a:srgbClr val="F5F2F0"/>
                </a:solidFill>
                <a:latin typeface="Arial"/>
                <a:ea typeface="Arial"/>
                <a:cs typeface="Arial"/>
              </a:defRPr>
            </a:lvl1pPr>
            <a:lvl2pPr algn="l">
              <a:defRPr sz="1350" b="1">
                <a:solidFill>
                  <a:srgbClr val="F5F2F0"/>
                </a:solidFill>
                <a:latin typeface="Arial"/>
                <a:ea typeface="Arial"/>
                <a:cs typeface="Arial"/>
              </a:defRPr>
            </a:lvl2pPr>
            <a:lvl3pPr algn="l">
              <a:defRPr sz="1350" b="1">
                <a:solidFill>
                  <a:srgbClr val="F5F2F0"/>
                </a:solidFill>
                <a:latin typeface="Arial"/>
                <a:ea typeface="Arial"/>
                <a:cs typeface="Arial"/>
              </a:defRPr>
            </a:lvl3pPr>
            <a:lvl4pPr algn="l">
              <a:defRPr sz="1350" b="1">
                <a:solidFill>
                  <a:srgbClr val="F5F2F0"/>
                </a:solidFill>
                <a:latin typeface="Arial"/>
                <a:ea typeface="Arial"/>
                <a:cs typeface="Arial"/>
              </a:defRPr>
            </a:lvl4pPr>
            <a:lvl5pPr algn="l">
              <a:defRPr sz="1350" b="1">
                <a:solidFill>
                  <a:srgbClr val="F5F2F0"/>
                </a:solidFill>
                <a:latin typeface="Arial"/>
                <a:ea typeface="Arial"/>
                <a:cs typeface="Arial"/>
              </a:defRPr>
            </a:lvl5pPr>
            <a:lvl6pPr algn="l">
              <a:defRPr sz="1350" b="1">
                <a:solidFill>
                  <a:srgbClr val="F5F2F0"/>
                </a:solidFill>
                <a:latin typeface="Arial"/>
                <a:ea typeface="Arial"/>
                <a:cs typeface="Arial"/>
              </a:defRPr>
            </a:lvl6pPr>
            <a:lvl7pPr algn="l">
              <a:defRPr sz="1350" b="1">
                <a:solidFill>
                  <a:srgbClr val="F5F2F0"/>
                </a:solidFill>
                <a:latin typeface="Arial"/>
                <a:ea typeface="Arial"/>
                <a:cs typeface="Arial"/>
              </a:defRPr>
            </a:lvl7pPr>
            <a:lvl8pPr algn="l">
              <a:defRPr sz="1350" b="1">
                <a:solidFill>
                  <a:srgbClr val="F5F2F0"/>
                </a:solidFill>
                <a:latin typeface="Arial"/>
                <a:ea typeface="Arial"/>
                <a:cs typeface="Arial"/>
              </a:defRPr>
            </a:lvl8pPr>
            <a:lvl9pPr algn="l">
              <a:defRPr sz="1350" b="1">
                <a:solidFill>
                  <a:srgbClr val="F5F2F0"/>
                </a:solidFill>
                <a:latin typeface="Arial"/>
                <a:ea typeface="Arial"/>
                <a:cs typeface="Arial"/>
              </a:defRPr>
            </a:lvl9pPr>
          </a:lstStyle>
          <a:p xmlns:a="http://schemas.openxmlformats.org/drawingml/2006/main">
            <a:pPr algn="l">
              <a:defRPr sz="1350" b="1">
                <a:solidFill>
                  <a:srgbClr val="F5F2F0"/>
                </a:solidFill>
                <a:latin typeface="Arial"/>
                <a:ea typeface="Arial"/>
                <a:cs typeface="Arial"/>
              </a:defRPr>
            </a:pPr>
            <a:r>
              <a:rPr sz="1350" b="1">
                <a:solidFill>
                  <a:srgbClr val="F5F2F0"/>
                </a:solidFill>
                <a:latin typeface="Arial"/>
                <a:ea typeface="Arial"/>
                <a:cs typeface="Arial"/>
              </a:rPr>
              <a:t>Coordinator review  ·  score ≥ 30</a:t>
            </a:r>
          </a:p>
        </p:txBody>
      </p:sp>
      <p:sp>
        <p:nvSpPr>
          <p:cNvPr id="15" name="shape-187">
            <a:extLst xmlns:a="http://schemas.openxmlformats.org/drawingml/2006/main">
              <a:ext uri="{FF2B5EF4-FFF2-40B4-BE49-F238E27FC236}">
                <a16:creationId xmlns:a16="http://schemas.microsoft.com/office/drawing/2014/main" id="{1F61B5E5-F2DE-45DA-9A6B-CE4DA4416332}"/>
              </a:ext>
            </a:extLst>
          </p:cNvPr>
          <p:cNvSpPr>
            <a:spLocks xmlns:a="http://schemas.openxmlformats.org/drawingml/2006/main" noGrp="1"/>
          </p:cNvSpPr>
          <p:nvPr/>
        </p:nvSpPr>
        <p:spPr>
          <a:xfrm xmlns:a="http://schemas.openxmlformats.org/drawingml/2006/main">
            <a:off x="4924425" y="3133725"/>
            <a:ext cx="62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725" b="1">
                <a:solidFill>
                  <a:srgbClr val="E3474E"/>
                </a:solidFill>
                <a:latin typeface="Arial"/>
                <a:ea typeface="Arial"/>
                <a:cs typeface="Arial"/>
              </a:defRPr>
            </a:defPPr>
            <a:lvl1pPr algn="r">
              <a:defRPr sz="1725" b="1">
                <a:solidFill>
                  <a:srgbClr val="E3474E"/>
                </a:solidFill>
                <a:latin typeface="Arial"/>
                <a:ea typeface="Arial"/>
                <a:cs typeface="Arial"/>
              </a:defRPr>
            </a:lvl1pPr>
            <a:lvl2pPr algn="r">
              <a:defRPr sz="1725" b="1">
                <a:solidFill>
                  <a:srgbClr val="E3474E"/>
                </a:solidFill>
                <a:latin typeface="Arial"/>
                <a:ea typeface="Arial"/>
                <a:cs typeface="Arial"/>
              </a:defRPr>
            </a:lvl2pPr>
            <a:lvl3pPr algn="r">
              <a:defRPr sz="1725" b="1">
                <a:solidFill>
                  <a:srgbClr val="E3474E"/>
                </a:solidFill>
                <a:latin typeface="Arial"/>
                <a:ea typeface="Arial"/>
                <a:cs typeface="Arial"/>
              </a:defRPr>
            </a:lvl3pPr>
            <a:lvl4pPr algn="r">
              <a:defRPr sz="1725" b="1">
                <a:solidFill>
                  <a:srgbClr val="E3474E"/>
                </a:solidFill>
                <a:latin typeface="Arial"/>
                <a:ea typeface="Arial"/>
                <a:cs typeface="Arial"/>
              </a:defRPr>
            </a:lvl4pPr>
            <a:lvl5pPr algn="r">
              <a:defRPr sz="1725" b="1">
                <a:solidFill>
                  <a:srgbClr val="E3474E"/>
                </a:solidFill>
                <a:latin typeface="Arial"/>
                <a:ea typeface="Arial"/>
                <a:cs typeface="Arial"/>
              </a:defRPr>
            </a:lvl5pPr>
            <a:lvl6pPr algn="r">
              <a:defRPr sz="1725" b="1">
                <a:solidFill>
                  <a:srgbClr val="E3474E"/>
                </a:solidFill>
                <a:latin typeface="Arial"/>
                <a:ea typeface="Arial"/>
                <a:cs typeface="Arial"/>
              </a:defRPr>
            </a:lvl6pPr>
            <a:lvl7pPr algn="r">
              <a:defRPr sz="1725" b="1">
                <a:solidFill>
                  <a:srgbClr val="E3474E"/>
                </a:solidFill>
                <a:latin typeface="Arial"/>
                <a:ea typeface="Arial"/>
                <a:cs typeface="Arial"/>
              </a:defRPr>
            </a:lvl7pPr>
            <a:lvl8pPr algn="r">
              <a:defRPr sz="1725" b="1">
                <a:solidFill>
                  <a:srgbClr val="E3474E"/>
                </a:solidFill>
                <a:latin typeface="Arial"/>
                <a:ea typeface="Arial"/>
                <a:cs typeface="Arial"/>
              </a:defRPr>
            </a:lvl8pPr>
            <a:lvl9pPr algn="r">
              <a:defRPr sz="1725" b="1">
                <a:solidFill>
                  <a:srgbClr val="E3474E"/>
                </a:solidFill>
                <a:latin typeface="Arial"/>
                <a:ea typeface="Arial"/>
                <a:cs typeface="Arial"/>
              </a:defRPr>
            </a:lvl9pPr>
          </a:lstStyle>
          <a:p xmlns:a="http://schemas.openxmlformats.org/drawingml/2006/main">
            <a:pPr algn="r">
              <a:defRPr sz="1725" b="1">
                <a:solidFill>
                  <a:srgbClr val="E3474E"/>
                </a:solidFill>
                <a:latin typeface="Arial"/>
                <a:ea typeface="Arial"/>
                <a:cs typeface="Arial"/>
              </a:defRPr>
            </a:pPr>
            <a:r>
              <a:rPr sz="1725" b="1">
                <a:solidFill>
                  <a:srgbClr val="E3474E"/>
                </a:solidFill>
                <a:latin typeface="Arial"/>
                <a:ea typeface="Arial"/>
                <a:cs typeface="Arial"/>
              </a:rPr>
              <a:t>60%</a:t>
            </a:r>
          </a:p>
        </p:txBody>
      </p:sp>
      <p:sp>
        <p:nvSpPr>
          <p:cNvPr id="16" name="shape-188">
            <a:extLst xmlns:a="http://schemas.openxmlformats.org/drawingml/2006/main">
              <a:ext uri="{FF2B5EF4-FFF2-40B4-BE49-F238E27FC236}">
                <a16:creationId xmlns:a16="http://schemas.microsoft.com/office/drawing/2014/main" id="{1CCCF634-E733-4A66-B3E8-EEE32437E02A}"/>
              </a:ext>
            </a:extLst>
          </p:cNvPr>
          <p:cNvSpPr>
            <a:spLocks xmlns:a="http://schemas.openxmlformats.org/drawingml/2006/main" noGrp="1"/>
          </p:cNvSpPr>
          <p:nvPr/>
        </p:nvSpPr>
        <p:spPr>
          <a:xfrm xmlns:a="http://schemas.openxmlformats.org/drawingml/2006/main">
            <a:off x="685800" y="3457575"/>
            <a:ext cx="4857750" cy="95250"/>
          </a:xfrm>
          <a:prstGeom xmlns:a="http://schemas.openxmlformats.org/drawingml/2006/main" prst="roundRect">
            <a:avLst>
              <a:gd name="adj" fmla="val 50000"/>
            </a:avLst>
          </a:prstGeom>
          <a:solidFill xmlns:a="http://schemas.openxmlformats.org/drawingml/2006/main">
            <a:srgbClr val="1B1E23"/>
          </a:solidFill>
          <a:ln xmlns:a="http://schemas.openxmlformats.org/drawingml/2006/main" w="0">
            <a:noFill/>
            <a:prstDash val="solid"/>
          </a:ln>
        </p:spPr>
      </p:sp>
      <p:sp>
        <p:nvSpPr>
          <p:cNvPr id="17" name="shape-189">
            <a:extLst xmlns:a="http://schemas.openxmlformats.org/drawingml/2006/main">
              <a:ext uri="{FF2B5EF4-FFF2-40B4-BE49-F238E27FC236}">
                <a16:creationId xmlns:a16="http://schemas.microsoft.com/office/drawing/2014/main" id="{C78CA512-7C87-4317-8B4A-A085CD7792A7}"/>
              </a:ext>
            </a:extLst>
          </p:cNvPr>
          <p:cNvSpPr>
            <a:spLocks xmlns:a="http://schemas.openxmlformats.org/drawingml/2006/main" noGrp="1"/>
          </p:cNvSpPr>
          <p:nvPr/>
        </p:nvSpPr>
        <p:spPr>
          <a:xfrm xmlns:a="http://schemas.openxmlformats.org/drawingml/2006/main">
            <a:off x="685800" y="3457575"/>
            <a:ext cx="2914650" cy="95250"/>
          </a:xfrm>
          <a:prstGeom xmlns:a="http://schemas.openxmlformats.org/drawingml/2006/main" prst="roundRect">
            <a:avLst>
              <a:gd name="adj" fmla="val 50000"/>
            </a:avLst>
          </a:prstGeom>
          <a:solidFill xmlns:a="http://schemas.openxmlformats.org/drawingml/2006/main">
            <a:srgbClr val="E3474E"/>
          </a:solidFill>
          <a:ln xmlns:a="http://schemas.openxmlformats.org/drawingml/2006/main" w="0">
            <a:noFill/>
            <a:prstDash val="solid"/>
          </a:ln>
        </p:spPr>
      </p:sp>
      <p:sp>
        <p:nvSpPr>
          <p:cNvPr id="18" name="shape-190">
            <a:extLst xmlns:a="http://schemas.openxmlformats.org/drawingml/2006/main">
              <a:ext uri="{FF2B5EF4-FFF2-40B4-BE49-F238E27FC236}">
                <a16:creationId xmlns:a16="http://schemas.microsoft.com/office/drawing/2014/main" id="{73A1B768-7211-4890-8235-7C4C00F6ED23}"/>
              </a:ext>
            </a:extLst>
          </p:cNvPr>
          <p:cNvSpPr>
            <a:spLocks xmlns:a="http://schemas.openxmlformats.org/drawingml/2006/main" noGrp="1"/>
          </p:cNvSpPr>
          <p:nvPr/>
        </p:nvSpPr>
        <p:spPr>
          <a:xfrm xmlns:a="http://schemas.openxmlformats.org/drawingml/2006/main">
            <a:off x="685800" y="364807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4 of 4 scenarios reviewed; first review averaged 3.75 days after onset.</a:t>
            </a:r>
          </a:p>
        </p:txBody>
      </p:sp>
      <p:sp>
        <p:nvSpPr>
          <p:cNvPr id="19" name="shape-191">
            <a:extLst xmlns:a="http://schemas.openxmlformats.org/drawingml/2006/main">
              <a:ext uri="{FF2B5EF4-FFF2-40B4-BE49-F238E27FC236}">
                <a16:creationId xmlns:a16="http://schemas.microsoft.com/office/drawing/2014/main" id="{912316C4-20D5-4DCC-94DC-376865F66745}"/>
              </a:ext>
            </a:extLst>
          </p:cNvPr>
          <p:cNvSpPr>
            <a:spLocks xmlns:a="http://schemas.openxmlformats.org/drawingml/2006/main" noGrp="1"/>
          </p:cNvSpPr>
          <p:nvPr/>
        </p:nvSpPr>
        <p:spPr>
          <a:xfrm xmlns:a="http://schemas.openxmlformats.org/drawingml/2006/main">
            <a:off x="685800" y="4210050"/>
            <a:ext cx="4857750" cy="885825"/>
          </a:xfrm>
          <a:prstGeom xmlns:a="http://schemas.openxmlformats.org/drawingml/2006/main" prst="roundRect">
            <a:avLst>
              <a:gd name="adj" fmla="val 8602"/>
            </a:avLst>
          </a:prstGeom>
          <a:solidFill xmlns:a="http://schemas.openxmlformats.org/drawingml/2006/main">
            <a:srgbClr val="14161A"/>
          </a:solidFill>
          <a:ln xmlns:a="http://schemas.openxmlformats.org/drawingml/2006/main" w="9525">
            <a:solidFill>
              <a:srgbClr val="34373D"/>
            </a:solidFill>
            <a:prstDash val="solid"/>
          </a:ln>
        </p:spPr>
      </p:sp>
      <p:sp>
        <p:nvSpPr>
          <p:cNvPr id="20" name="shape-192">
            <a:extLst xmlns:a="http://schemas.openxmlformats.org/drawingml/2006/main">
              <a:ext uri="{FF2B5EF4-FFF2-40B4-BE49-F238E27FC236}">
                <a16:creationId xmlns:a16="http://schemas.microsoft.com/office/drawing/2014/main" id="{F301B422-9FDB-4F57-B885-2B4211327404}"/>
              </a:ext>
            </a:extLst>
          </p:cNvPr>
          <p:cNvSpPr>
            <a:spLocks xmlns:a="http://schemas.openxmlformats.org/drawingml/2006/main" noGrp="1"/>
          </p:cNvSpPr>
          <p:nvPr/>
        </p:nvSpPr>
        <p:spPr>
          <a:xfrm xmlns:a="http://schemas.openxmlformats.org/drawingml/2006/main">
            <a:off x="876300" y="4362450"/>
            <a:ext cx="4476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5F2F0"/>
                </a:solidFill>
                <a:latin typeface="Arial"/>
                <a:ea typeface="Arial"/>
                <a:cs typeface="Arial"/>
              </a:defRPr>
            </a:defPPr>
            <a:lvl1pPr algn="l">
              <a:defRPr sz="1200" b="0">
                <a:solidFill>
                  <a:srgbClr val="F5F2F0"/>
                </a:solidFill>
                <a:latin typeface="Arial"/>
                <a:ea typeface="Arial"/>
                <a:cs typeface="Arial"/>
              </a:defRPr>
            </a:lvl1pPr>
            <a:lvl2pPr algn="l">
              <a:defRPr sz="1200" b="0">
                <a:solidFill>
                  <a:srgbClr val="F5F2F0"/>
                </a:solidFill>
                <a:latin typeface="Arial"/>
                <a:ea typeface="Arial"/>
                <a:cs typeface="Arial"/>
              </a:defRPr>
            </a:lvl2pPr>
            <a:lvl3pPr algn="l">
              <a:defRPr sz="1200" b="0">
                <a:solidFill>
                  <a:srgbClr val="F5F2F0"/>
                </a:solidFill>
                <a:latin typeface="Arial"/>
                <a:ea typeface="Arial"/>
                <a:cs typeface="Arial"/>
              </a:defRPr>
            </a:lvl3pPr>
            <a:lvl4pPr algn="l">
              <a:defRPr sz="1200" b="0">
                <a:solidFill>
                  <a:srgbClr val="F5F2F0"/>
                </a:solidFill>
                <a:latin typeface="Arial"/>
                <a:ea typeface="Arial"/>
                <a:cs typeface="Arial"/>
              </a:defRPr>
            </a:lvl4pPr>
            <a:lvl5pPr algn="l">
              <a:defRPr sz="1200" b="0">
                <a:solidFill>
                  <a:srgbClr val="F5F2F0"/>
                </a:solidFill>
                <a:latin typeface="Arial"/>
                <a:ea typeface="Arial"/>
                <a:cs typeface="Arial"/>
              </a:defRPr>
            </a:lvl5pPr>
            <a:lvl6pPr algn="l">
              <a:defRPr sz="1200" b="0">
                <a:solidFill>
                  <a:srgbClr val="F5F2F0"/>
                </a:solidFill>
                <a:latin typeface="Arial"/>
                <a:ea typeface="Arial"/>
                <a:cs typeface="Arial"/>
              </a:defRPr>
            </a:lvl6pPr>
            <a:lvl7pPr algn="l">
              <a:defRPr sz="1200" b="0">
                <a:solidFill>
                  <a:srgbClr val="F5F2F0"/>
                </a:solidFill>
                <a:latin typeface="Arial"/>
                <a:ea typeface="Arial"/>
                <a:cs typeface="Arial"/>
              </a:defRPr>
            </a:lvl7pPr>
            <a:lvl8pPr algn="l">
              <a:defRPr sz="1200" b="0">
                <a:solidFill>
                  <a:srgbClr val="F5F2F0"/>
                </a:solidFill>
                <a:latin typeface="Arial"/>
                <a:ea typeface="Arial"/>
                <a:cs typeface="Arial"/>
              </a:defRPr>
            </a:lvl8pPr>
            <a:lvl9pPr algn="l">
              <a:defRPr sz="1200" b="0">
                <a:solidFill>
                  <a:srgbClr val="F5F2F0"/>
                </a:solidFill>
                <a:latin typeface="Arial"/>
                <a:ea typeface="Arial"/>
                <a:cs typeface="Arial"/>
              </a:defRPr>
            </a:lvl9pPr>
          </a:lstStyle>
          <a:p xmlns:a="http://schemas.openxmlformats.org/drawingml/2006/main">
            <a:pPr algn="l">
              <a:defRPr sz="1200" b="0">
                <a:solidFill>
                  <a:srgbClr val="F5F2F0"/>
                </a:solidFill>
                <a:latin typeface="Arial"/>
                <a:ea typeface="Arial"/>
                <a:cs typeface="Arial"/>
              </a:defRPr>
            </a:pPr>
            <a:r>
              <a:rPr sz="1200" b="0">
                <a:solidFill>
                  <a:srgbClr val="F5F2F0"/>
                </a:solidFill>
                <a:latin typeface="Arial"/>
                <a:ea typeface="Arial"/>
                <a:cs typeface="Arial"/>
              </a:rPr>
              <a:t>These are coverage figures for four authored cases, not clinical recall. Precision and F1 are unknown; 49 high-priority days are unlabelled. Early detection is not demonstrated.</a:t>
            </a:r>
          </a:p>
        </p:txBody>
      </p:sp>
      <p:sp>
        <p:nvSpPr>
          <p:cNvPr id="21" name="shape-193">
            <a:extLst xmlns:a="http://schemas.openxmlformats.org/drawingml/2006/main">
              <a:ext uri="{FF2B5EF4-FFF2-40B4-BE49-F238E27FC236}">
                <a16:creationId xmlns:a16="http://schemas.microsoft.com/office/drawing/2014/main" id="{B99EDE45-2FFE-407B-A18A-6BDE4BE7E3B7}"/>
              </a:ext>
            </a:extLst>
          </p:cNvPr>
          <p:cNvSpPr>
            <a:spLocks xmlns:a="http://schemas.openxmlformats.org/drawingml/2006/main" noGrp="1"/>
          </p:cNvSpPr>
          <p:nvPr/>
        </p:nvSpPr>
        <p:spPr>
          <a:xfrm xmlns:a="http://schemas.openxmlformats.org/drawingml/2006/main">
            <a:off x="685800" y="52959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SAFE USE</a:t>
            </a:r>
          </a:p>
        </p:txBody>
      </p:sp>
      <p:sp>
        <p:nvSpPr>
          <p:cNvPr id="22" name="shape-194">
            <a:extLst xmlns:a="http://schemas.openxmlformats.org/drawingml/2006/main">
              <a:ext uri="{FF2B5EF4-FFF2-40B4-BE49-F238E27FC236}">
                <a16:creationId xmlns:a16="http://schemas.microsoft.com/office/drawing/2014/main" id="{B0C13BF3-684B-46FB-874E-1CD3D97E2620}"/>
              </a:ext>
            </a:extLst>
          </p:cNvPr>
          <p:cNvSpPr>
            <a:spLocks xmlns:a="http://schemas.openxmlformats.org/drawingml/2006/main" noGrp="1"/>
          </p:cNvSpPr>
          <p:nvPr/>
        </p:nvSpPr>
        <p:spPr>
          <a:xfrm xmlns:a="http://schemas.openxmlformats.org/drawingml/2006/main">
            <a:off x="685800" y="556260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B9BBC1"/>
                </a:solidFill>
                <a:latin typeface="Arial"/>
                <a:ea typeface="Arial"/>
                <a:cs typeface="Arial"/>
              </a:defRPr>
            </a:defPPr>
            <a:lvl1pPr algn="l">
              <a:defRPr sz="1200" b="0">
                <a:solidFill>
                  <a:srgbClr val="B9BBC1"/>
                </a:solidFill>
                <a:latin typeface="Arial"/>
                <a:ea typeface="Arial"/>
                <a:cs typeface="Arial"/>
              </a:defRPr>
            </a:lvl1pPr>
            <a:lvl2pPr algn="l">
              <a:defRPr sz="1200" b="0">
                <a:solidFill>
                  <a:srgbClr val="B9BBC1"/>
                </a:solidFill>
                <a:latin typeface="Arial"/>
                <a:ea typeface="Arial"/>
                <a:cs typeface="Arial"/>
              </a:defRPr>
            </a:lvl2pPr>
            <a:lvl3pPr algn="l">
              <a:defRPr sz="1200" b="0">
                <a:solidFill>
                  <a:srgbClr val="B9BBC1"/>
                </a:solidFill>
                <a:latin typeface="Arial"/>
                <a:ea typeface="Arial"/>
                <a:cs typeface="Arial"/>
              </a:defRPr>
            </a:lvl3pPr>
            <a:lvl4pPr algn="l">
              <a:defRPr sz="1200" b="0">
                <a:solidFill>
                  <a:srgbClr val="B9BBC1"/>
                </a:solidFill>
                <a:latin typeface="Arial"/>
                <a:ea typeface="Arial"/>
                <a:cs typeface="Arial"/>
              </a:defRPr>
            </a:lvl4pPr>
            <a:lvl5pPr algn="l">
              <a:defRPr sz="1200" b="0">
                <a:solidFill>
                  <a:srgbClr val="B9BBC1"/>
                </a:solidFill>
                <a:latin typeface="Arial"/>
                <a:ea typeface="Arial"/>
                <a:cs typeface="Arial"/>
              </a:defRPr>
            </a:lvl5pPr>
            <a:lvl6pPr algn="l">
              <a:defRPr sz="1200" b="0">
                <a:solidFill>
                  <a:srgbClr val="B9BBC1"/>
                </a:solidFill>
                <a:latin typeface="Arial"/>
                <a:ea typeface="Arial"/>
                <a:cs typeface="Arial"/>
              </a:defRPr>
            </a:lvl6pPr>
            <a:lvl7pPr algn="l">
              <a:defRPr sz="1200" b="0">
                <a:solidFill>
                  <a:srgbClr val="B9BBC1"/>
                </a:solidFill>
                <a:latin typeface="Arial"/>
                <a:ea typeface="Arial"/>
                <a:cs typeface="Arial"/>
              </a:defRPr>
            </a:lvl7pPr>
            <a:lvl8pPr algn="l">
              <a:defRPr sz="1200" b="0">
                <a:solidFill>
                  <a:srgbClr val="B9BBC1"/>
                </a:solidFill>
                <a:latin typeface="Arial"/>
                <a:ea typeface="Arial"/>
                <a:cs typeface="Arial"/>
              </a:defRPr>
            </a:lvl8pPr>
            <a:lvl9pPr algn="l">
              <a:defRPr sz="1200" b="0">
                <a:solidFill>
                  <a:srgbClr val="B9BBC1"/>
                </a:solidFill>
                <a:latin typeface="Arial"/>
                <a:ea typeface="Arial"/>
                <a:cs typeface="Arial"/>
              </a:defRPr>
            </a:lvl9pPr>
          </a:lstStyle>
          <a:p xmlns:a="http://schemas.openxmlformats.org/drawingml/2006/main">
            <a:pPr algn="l">
              <a:defRPr sz="1200" b="0">
                <a:solidFill>
                  <a:srgbClr val="B9BBC1"/>
                </a:solidFill>
                <a:latin typeface="Arial"/>
                <a:ea typeface="Arial"/>
                <a:cs typeface="Arial"/>
              </a:defRPr>
            </a:pPr>
            <a:r>
              <a:rPr sz="1200" b="0">
                <a:solidFill>
                  <a:srgbClr val="B9BBC1"/>
                </a:solidFill>
                <a:latin typeface="Arial"/>
                <a:ea typeface="Arial"/>
                <a:cs typeface="Arial"/>
              </a:rPr>
              <a:t>No diagnosis  ·  missing data = unknown  ·  coordinator reviews flags  ·  family sharing requires consent</a:t>
            </a:r>
          </a:p>
        </p:txBody>
      </p:sp>
      <p:sp>
        <p:nvSpPr>
          <p:cNvPr id="23" name="shape-195">
            <a:extLst xmlns:a="http://schemas.openxmlformats.org/drawingml/2006/main">
              <a:ext uri="{FF2B5EF4-FFF2-40B4-BE49-F238E27FC236}">
                <a16:creationId xmlns:a16="http://schemas.microsoft.com/office/drawing/2014/main" id="{63002361-7B85-46B2-A962-0309F92742EF}"/>
              </a:ext>
            </a:extLst>
          </p:cNvPr>
          <p:cNvSpPr>
            <a:spLocks xmlns:a="http://schemas.openxmlformats.org/drawingml/2006/main" noGrp="1"/>
          </p:cNvSpPr>
          <p:nvPr/>
        </p:nvSpPr>
        <p:spPr>
          <a:xfrm xmlns:a="http://schemas.openxmlformats.org/drawingml/2006/main">
            <a:off x="5857875" y="1752600"/>
            <a:ext cx="9525" cy="425767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4" name="shape-196">
            <a:extLst xmlns:a="http://schemas.openxmlformats.org/drawingml/2006/main">
              <a:ext uri="{FF2B5EF4-FFF2-40B4-BE49-F238E27FC236}">
                <a16:creationId xmlns:a16="http://schemas.microsoft.com/office/drawing/2014/main" id="{103C6749-FAA2-4585-8306-40F14330BBCA}"/>
              </a:ext>
            </a:extLst>
          </p:cNvPr>
          <p:cNvSpPr>
            <a:spLocks xmlns:a="http://schemas.openxmlformats.org/drawingml/2006/main" noGrp="1"/>
          </p:cNvSpPr>
          <p:nvPr/>
        </p:nvSpPr>
        <p:spPr>
          <a:xfrm xmlns:a="http://schemas.openxmlformats.org/drawingml/2006/main">
            <a:off x="6172200" y="17526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MONTHLY COST PICTURE</a:t>
            </a:r>
          </a:p>
        </p:txBody>
      </p:sp>
      <p:sp>
        <p:nvSpPr>
          <p:cNvPr id="25" name="shape-197">
            <a:extLst xmlns:a="http://schemas.openxmlformats.org/drawingml/2006/main">
              <a:ext uri="{FF2B5EF4-FFF2-40B4-BE49-F238E27FC236}">
                <a16:creationId xmlns:a16="http://schemas.microsoft.com/office/drawing/2014/main" id="{93C3FAA9-5019-49B9-8309-12EAB6478C3F}"/>
              </a:ext>
            </a:extLst>
          </p:cNvPr>
          <p:cNvSpPr>
            <a:spLocks xmlns:a="http://schemas.openxmlformats.org/drawingml/2006/main" noGrp="1"/>
          </p:cNvSpPr>
          <p:nvPr/>
        </p:nvSpPr>
        <p:spPr>
          <a:xfrm xmlns:a="http://schemas.openxmlformats.org/drawingml/2006/main">
            <a:off x="6172200" y="211455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5F2F0"/>
                </a:solidFill>
                <a:latin typeface="Arial"/>
                <a:ea typeface="Arial"/>
                <a:cs typeface="Arial"/>
              </a:defRPr>
            </a:defPPr>
            <a:lvl1pPr algn="l">
              <a:defRPr sz="975" b="1">
                <a:solidFill>
                  <a:srgbClr val="F5F2F0"/>
                </a:solidFill>
                <a:latin typeface="Arial"/>
                <a:ea typeface="Arial"/>
                <a:cs typeface="Arial"/>
              </a:defRPr>
            </a:lvl1pPr>
            <a:lvl2pPr algn="l">
              <a:defRPr sz="975" b="1">
                <a:solidFill>
                  <a:srgbClr val="F5F2F0"/>
                </a:solidFill>
                <a:latin typeface="Arial"/>
                <a:ea typeface="Arial"/>
                <a:cs typeface="Arial"/>
              </a:defRPr>
            </a:lvl2pPr>
            <a:lvl3pPr algn="l">
              <a:defRPr sz="975" b="1">
                <a:solidFill>
                  <a:srgbClr val="F5F2F0"/>
                </a:solidFill>
                <a:latin typeface="Arial"/>
                <a:ea typeface="Arial"/>
                <a:cs typeface="Arial"/>
              </a:defRPr>
            </a:lvl3pPr>
            <a:lvl4pPr algn="l">
              <a:defRPr sz="975" b="1">
                <a:solidFill>
                  <a:srgbClr val="F5F2F0"/>
                </a:solidFill>
                <a:latin typeface="Arial"/>
                <a:ea typeface="Arial"/>
                <a:cs typeface="Arial"/>
              </a:defRPr>
            </a:lvl4pPr>
            <a:lvl5pPr algn="l">
              <a:defRPr sz="975" b="1">
                <a:solidFill>
                  <a:srgbClr val="F5F2F0"/>
                </a:solidFill>
                <a:latin typeface="Arial"/>
                <a:ea typeface="Arial"/>
                <a:cs typeface="Arial"/>
              </a:defRPr>
            </a:lvl5pPr>
            <a:lvl6pPr algn="l">
              <a:defRPr sz="975" b="1">
                <a:solidFill>
                  <a:srgbClr val="F5F2F0"/>
                </a:solidFill>
                <a:latin typeface="Arial"/>
                <a:ea typeface="Arial"/>
                <a:cs typeface="Arial"/>
              </a:defRPr>
            </a:lvl6pPr>
            <a:lvl7pPr algn="l">
              <a:defRPr sz="975" b="1">
                <a:solidFill>
                  <a:srgbClr val="F5F2F0"/>
                </a:solidFill>
                <a:latin typeface="Arial"/>
                <a:ea typeface="Arial"/>
                <a:cs typeface="Arial"/>
              </a:defRPr>
            </a:lvl7pPr>
            <a:lvl8pPr algn="l">
              <a:defRPr sz="975" b="1">
                <a:solidFill>
                  <a:srgbClr val="F5F2F0"/>
                </a:solidFill>
                <a:latin typeface="Arial"/>
                <a:ea typeface="Arial"/>
                <a:cs typeface="Arial"/>
              </a:defRPr>
            </a:lvl8pPr>
            <a:lvl9pPr algn="l">
              <a:defRPr sz="975" b="1">
                <a:solidFill>
                  <a:srgbClr val="F5F2F0"/>
                </a:solidFill>
                <a:latin typeface="Arial"/>
                <a:ea typeface="Arial"/>
                <a:cs typeface="Arial"/>
              </a:defRPr>
            </a:lvl9pPr>
          </a:lstStyle>
          <a:p xmlns:a="http://schemas.openxmlformats.org/drawingml/2006/main">
            <a:pPr algn="l">
              <a:defRPr sz="975" b="1">
                <a:solidFill>
                  <a:srgbClr val="F5F2F0"/>
                </a:solidFill>
                <a:latin typeface="Arial"/>
                <a:ea typeface="Arial"/>
                <a:cs typeface="Arial"/>
              </a:defRPr>
            </a:pPr>
            <a:r>
              <a:rPr sz="975" b="1">
                <a:solidFill>
                  <a:srgbClr val="F5F2F0"/>
                </a:solidFill>
                <a:latin typeface="Arial"/>
                <a:ea typeface="Arial"/>
                <a:cs typeface="Arial"/>
              </a:rPr>
              <a:t>WEB + DB</a:t>
            </a:r>
          </a:p>
        </p:txBody>
      </p:sp>
      <p:sp>
        <p:nvSpPr>
          <p:cNvPr id="26" name="shape-198">
            <a:extLst xmlns:a="http://schemas.openxmlformats.org/drawingml/2006/main">
              <a:ext uri="{FF2B5EF4-FFF2-40B4-BE49-F238E27FC236}">
                <a16:creationId xmlns:a16="http://schemas.microsoft.com/office/drawing/2014/main" id="{7E7502B3-76CB-4A70-A3FC-2C8CCCB19931}"/>
              </a:ext>
            </a:extLst>
          </p:cNvPr>
          <p:cNvSpPr>
            <a:spLocks xmlns:a="http://schemas.openxmlformats.org/drawingml/2006/main" noGrp="1"/>
          </p:cNvSpPr>
          <p:nvPr/>
        </p:nvSpPr>
        <p:spPr>
          <a:xfrm xmlns:a="http://schemas.openxmlformats.org/drawingml/2006/main">
            <a:off x="7277100" y="21050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$0 on eligible free tiers. Published paid plans: Vercel Pro $20 / month; Supabase Pro from $25 / month. Current tiers are unverified.</a:t>
            </a:r>
          </a:p>
        </p:txBody>
      </p:sp>
      <p:sp>
        <p:nvSpPr>
          <p:cNvPr id="27" name="shape-199">
            <a:extLst xmlns:a="http://schemas.openxmlformats.org/drawingml/2006/main">
              <a:ext uri="{FF2B5EF4-FFF2-40B4-BE49-F238E27FC236}">
                <a16:creationId xmlns:a16="http://schemas.microsoft.com/office/drawing/2014/main" id="{8B4E1854-8E55-453A-9D9C-61F975A8E19E}"/>
              </a:ext>
            </a:extLst>
          </p:cNvPr>
          <p:cNvSpPr>
            <a:spLocks xmlns:a="http://schemas.openxmlformats.org/drawingml/2006/main" noGrp="1"/>
          </p:cNvSpPr>
          <p:nvPr/>
        </p:nvSpPr>
        <p:spPr>
          <a:xfrm xmlns:a="http://schemas.openxmlformats.org/drawingml/2006/main">
            <a:off x="6172200" y="2628900"/>
            <a:ext cx="53340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8" name="shape-200">
            <a:extLst xmlns:a="http://schemas.openxmlformats.org/drawingml/2006/main">
              <a:ext uri="{FF2B5EF4-FFF2-40B4-BE49-F238E27FC236}">
                <a16:creationId xmlns:a16="http://schemas.microsoft.com/office/drawing/2014/main" id="{D89EC543-7D08-49E3-BCD2-3A676DAFC145}"/>
              </a:ext>
            </a:extLst>
          </p:cNvPr>
          <p:cNvSpPr>
            <a:spLocks xmlns:a="http://schemas.openxmlformats.org/drawingml/2006/main" noGrp="1"/>
          </p:cNvSpPr>
          <p:nvPr/>
        </p:nvSpPr>
        <p:spPr>
          <a:xfrm xmlns:a="http://schemas.openxmlformats.org/drawingml/2006/main">
            <a:off x="6172200" y="2695575"/>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5F2F0"/>
                </a:solidFill>
                <a:latin typeface="Arial"/>
                <a:ea typeface="Arial"/>
                <a:cs typeface="Arial"/>
              </a:defRPr>
            </a:defPPr>
            <a:lvl1pPr algn="l">
              <a:defRPr sz="975" b="1">
                <a:solidFill>
                  <a:srgbClr val="F5F2F0"/>
                </a:solidFill>
                <a:latin typeface="Arial"/>
                <a:ea typeface="Arial"/>
                <a:cs typeface="Arial"/>
              </a:defRPr>
            </a:lvl1pPr>
            <a:lvl2pPr algn="l">
              <a:defRPr sz="975" b="1">
                <a:solidFill>
                  <a:srgbClr val="F5F2F0"/>
                </a:solidFill>
                <a:latin typeface="Arial"/>
                <a:ea typeface="Arial"/>
                <a:cs typeface="Arial"/>
              </a:defRPr>
            </a:lvl2pPr>
            <a:lvl3pPr algn="l">
              <a:defRPr sz="975" b="1">
                <a:solidFill>
                  <a:srgbClr val="F5F2F0"/>
                </a:solidFill>
                <a:latin typeface="Arial"/>
                <a:ea typeface="Arial"/>
                <a:cs typeface="Arial"/>
              </a:defRPr>
            </a:lvl3pPr>
            <a:lvl4pPr algn="l">
              <a:defRPr sz="975" b="1">
                <a:solidFill>
                  <a:srgbClr val="F5F2F0"/>
                </a:solidFill>
                <a:latin typeface="Arial"/>
                <a:ea typeface="Arial"/>
                <a:cs typeface="Arial"/>
              </a:defRPr>
            </a:lvl4pPr>
            <a:lvl5pPr algn="l">
              <a:defRPr sz="975" b="1">
                <a:solidFill>
                  <a:srgbClr val="F5F2F0"/>
                </a:solidFill>
                <a:latin typeface="Arial"/>
                <a:ea typeface="Arial"/>
                <a:cs typeface="Arial"/>
              </a:defRPr>
            </a:lvl5pPr>
            <a:lvl6pPr algn="l">
              <a:defRPr sz="975" b="1">
                <a:solidFill>
                  <a:srgbClr val="F5F2F0"/>
                </a:solidFill>
                <a:latin typeface="Arial"/>
                <a:ea typeface="Arial"/>
                <a:cs typeface="Arial"/>
              </a:defRPr>
            </a:lvl6pPr>
            <a:lvl7pPr algn="l">
              <a:defRPr sz="975" b="1">
                <a:solidFill>
                  <a:srgbClr val="F5F2F0"/>
                </a:solidFill>
                <a:latin typeface="Arial"/>
                <a:ea typeface="Arial"/>
                <a:cs typeface="Arial"/>
              </a:defRPr>
            </a:lvl7pPr>
            <a:lvl8pPr algn="l">
              <a:defRPr sz="975" b="1">
                <a:solidFill>
                  <a:srgbClr val="F5F2F0"/>
                </a:solidFill>
                <a:latin typeface="Arial"/>
                <a:ea typeface="Arial"/>
                <a:cs typeface="Arial"/>
              </a:defRPr>
            </a:lvl8pPr>
            <a:lvl9pPr algn="l">
              <a:defRPr sz="975" b="1">
                <a:solidFill>
                  <a:srgbClr val="F5F2F0"/>
                </a:solidFill>
                <a:latin typeface="Arial"/>
                <a:ea typeface="Arial"/>
                <a:cs typeface="Arial"/>
              </a:defRPr>
            </a:lvl9pPr>
          </a:lstStyle>
          <a:p xmlns:a="http://schemas.openxmlformats.org/drawingml/2006/main">
            <a:pPr algn="l">
              <a:defRPr sz="975" b="1">
                <a:solidFill>
                  <a:srgbClr val="F5F2F0"/>
                </a:solidFill>
                <a:latin typeface="Arial"/>
                <a:ea typeface="Arial"/>
                <a:cs typeface="Arial"/>
              </a:defRPr>
            </a:pPr>
            <a:r>
              <a:rPr sz="975" b="1">
                <a:solidFill>
                  <a:srgbClr val="F5F2F0"/>
                </a:solidFill>
                <a:latin typeface="Arial"/>
                <a:ea typeface="Arial"/>
                <a:cs typeface="Arial"/>
              </a:rPr>
              <a:t>n8n</a:t>
            </a:r>
          </a:p>
        </p:txBody>
      </p:sp>
      <p:sp>
        <p:nvSpPr>
          <p:cNvPr id="29" name="shape-201">
            <a:extLst xmlns:a="http://schemas.openxmlformats.org/drawingml/2006/main">
              <a:ext uri="{FF2B5EF4-FFF2-40B4-BE49-F238E27FC236}">
                <a16:creationId xmlns:a16="http://schemas.microsoft.com/office/drawing/2014/main" id="{233B6BFF-EB5E-49C6-B179-5D775524C141}"/>
              </a:ext>
            </a:extLst>
          </p:cNvPr>
          <p:cNvSpPr>
            <a:spLocks xmlns:a="http://schemas.openxmlformats.org/drawingml/2006/main" noGrp="1"/>
          </p:cNvSpPr>
          <p:nvPr/>
        </p:nvSpPr>
        <p:spPr>
          <a:xfrm xmlns:a="http://schemas.openxmlformats.org/drawingml/2006/main">
            <a:off x="7277100" y="26860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Hackathon-provided Pro plan: 10,000 workflow runs / month; future renewal cost is not included.</a:t>
            </a:r>
          </a:p>
        </p:txBody>
      </p:sp>
      <p:sp>
        <p:nvSpPr>
          <p:cNvPr id="30" name="shape-202">
            <a:extLst xmlns:a="http://schemas.openxmlformats.org/drawingml/2006/main">
              <a:ext uri="{FF2B5EF4-FFF2-40B4-BE49-F238E27FC236}">
                <a16:creationId xmlns:a16="http://schemas.microsoft.com/office/drawing/2014/main" id="{F803FD67-FD15-418E-99BF-9FEE93ABFEDE}"/>
              </a:ext>
            </a:extLst>
          </p:cNvPr>
          <p:cNvSpPr>
            <a:spLocks xmlns:a="http://schemas.openxmlformats.org/drawingml/2006/main" noGrp="1"/>
          </p:cNvSpPr>
          <p:nvPr/>
        </p:nvSpPr>
        <p:spPr>
          <a:xfrm xmlns:a="http://schemas.openxmlformats.org/drawingml/2006/main">
            <a:off x="6172200" y="3209925"/>
            <a:ext cx="53340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31" name="shape-203">
            <a:extLst xmlns:a="http://schemas.openxmlformats.org/drawingml/2006/main">
              <a:ext uri="{FF2B5EF4-FFF2-40B4-BE49-F238E27FC236}">
                <a16:creationId xmlns:a16="http://schemas.microsoft.com/office/drawing/2014/main" id="{92CF40C2-AC16-48C0-9900-C5E309605AF5}"/>
              </a:ext>
            </a:extLst>
          </p:cNvPr>
          <p:cNvSpPr>
            <a:spLocks xmlns:a="http://schemas.openxmlformats.org/drawingml/2006/main" noGrp="1"/>
          </p:cNvSpPr>
          <p:nvPr/>
        </p:nvSpPr>
        <p:spPr>
          <a:xfrm xmlns:a="http://schemas.openxmlformats.org/drawingml/2006/main">
            <a:off x="6172200" y="32766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5F2F0"/>
                </a:solidFill>
                <a:latin typeface="Arial"/>
                <a:ea typeface="Arial"/>
                <a:cs typeface="Arial"/>
              </a:defRPr>
            </a:defPPr>
            <a:lvl1pPr algn="l">
              <a:defRPr sz="975" b="1">
                <a:solidFill>
                  <a:srgbClr val="F5F2F0"/>
                </a:solidFill>
                <a:latin typeface="Arial"/>
                <a:ea typeface="Arial"/>
                <a:cs typeface="Arial"/>
              </a:defRPr>
            </a:lvl1pPr>
            <a:lvl2pPr algn="l">
              <a:defRPr sz="975" b="1">
                <a:solidFill>
                  <a:srgbClr val="F5F2F0"/>
                </a:solidFill>
                <a:latin typeface="Arial"/>
                <a:ea typeface="Arial"/>
                <a:cs typeface="Arial"/>
              </a:defRPr>
            </a:lvl2pPr>
            <a:lvl3pPr algn="l">
              <a:defRPr sz="975" b="1">
                <a:solidFill>
                  <a:srgbClr val="F5F2F0"/>
                </a:solidFill>
                <a:latin typeface="Arial"/>
                <a:ea typeface="Arial"/>
                <a:cs typeface="Arial"/>
              </a:defRPr>
            </a:lvl3pPr>
            <a:lvl4pPr algn="l">
              <a:defRPr sz="975" b="1">
                <a:solidFill>
                  <a:srgbClr val="F5F2F0"/>
                </a:solidFill>
                <a:latin typeface="Arial"/>
                <a:ea typeface="Arial"/>
                <a:cs typeface="Arial"/>
              </a:defRPr>
            </a:lvl4pPr>
            <a:lvl5pPr algn="l">
              <a:defRPr sz="975" b="1">
                <a:solidFill>
                  <a:srgbClr val="F5F2F0"/>
                </a:solidFill>
                <a:latin typeface="Arial"/>
                <a:ea typeface="Arial"/>
                <a:cs typeface="Arial"/>
              </a:defRPr>
            </a:lvl5pPr>
            <a:lvl6pPr algn="l">
              <a:defRPr sz="975" b="1">
                <a:solidFill>
                  <a:srgbClr val="F5F2F0"/>
                </a:solidFill>
                <a:latin typeface="Arial"/>
                <a:ea typeface="Arial"/>
                <a:cs typeface="Arial"/>
              </a:defRPr>
            </a:lvl6pPr>
            <a:lvl7pPr algn="l">
              <a:defRPr sz="975" b="1">
                <a:solidFill>
                  <a:srgbClr val="F5F2F0"/>
                </a:solidFill>
                <a:latin typeface="Arial"/>
                <a:ea typeface="Arial"/>
                <a:cs typeface="Arial"/>
              </a:defRPr>
            </a:lvl7pPr>
            <a:lvl8pPr algn="l">
              <a:defRPr sz="975" b="1">
                <a:solidFill>
                  <a:srgbClr val="F5F2F0"/>
                </a:solidFill>
                <a:latin typeface="Arial"/>
                <a:ea typeface="Arial"/>
                <a:cs typeface="Arial"/>
              </a:defRPr>
            </a:lvl8pPr>
            <a:lvl9pPr algn="l">
              <a:defRPr sz="975" b="1">
                <a:solidFill>
                  <a:srgbClr val="F5F2F0"/>
                </a:solidFill>
                <a:latin typeface="Arial"/>
                <a:ea typeface="Arial"/>
                <a:cs typeface="Arial"/>
              </a:defRPr>
            </a:lvl9pPr>
          </a:lstStyle>
          <a:p xmlns:a="http://schemas.openxmlformats.org/drawingml/2006/main">
            <a:pPr algn="l">
              <a:defRPr sz="975" b="1">
                <a:solidFill>
                  <a:srgbClr val="F5F2F0"/>
                </a:solidFill>
                <a:latin typeface="Arial"/>
                <a:ea typeface="Arial"/>
                <a:cs typeface="Arial"/>
              </a:defRPr>
            </a:pPr>
            <a:r>
              <a:rPr sz="975" b="1">
                <a:solidFill>
                  <a:srgbClr val="F5F2F0"/>
                </a:solidFill>
                <a:latin typeface="Arial"/>
                <a:ea typeface="Arial"/>
                <a:cs typeface="Arial"/>
              </a:rPr>
              <a:t>AI REPORTS</a:t>
            </a:r>
          </a:p>
        </p:txBody>
      </p:sp>
      <p:sp>
        <p:nvSpPr>
          <p:cNvPr id="32" name="shape-204">
            <a:extLst xmlns:a="http://schemas.openxmlformats.org/drawingml/2006/main">
              <a:ext uri="{FF2B5EF4-FFF2-40B4-BE49-F238E27FC236}">
                <a16:creationId xmlns:a16="http://schemas.microsoft.com/office/drawing/2014/main" id="{9189919C-C35A-4345-A7E2-B97B5B3CF4EE}"/>
              </a:ext>
            </a:extLst>
          </p:cNvPr>
          <p:cNvSpPr>
            <a:spLocks xmlns:a="http://schemas.openxmlformats.org/drawingml/2006/main" noGrp="1"/>
          </p:cNvSpPr>
          <p:nvPr/>
        </p:nvSpPr>
        <p:spPr>
          <a:xfrm xmlns:a="http://schemas.openxmlformats.org/drawingml/2006/main">
            <a:off x="7277100" y="32670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Gateway/model credits are separate from runs; current balance and per-report burn are unverified.</a:t>
            </a:r>
          </a:p>
        </p:txBody>
      </p:sp>
      <p:sp>
        <p:nvSpPr>
          <p:cNvPr id="33" name="shape-205">
            <a:extLst xmlns:a="http://schemas.openxmlformats.org/drawingml/2006/main">
              <a:ext uri="{FF2B5EF4-FFF2-40B4-BE49-F238E27FC236}">
                <a16:creationId xmlns:a16="http://schemas.microsoft.com/office/drawing/2014/main" id="{7002604F-B7C4-4A7B-A677-D842656CDEE2}"/>
              </a:ext>
            </a:extLst>
          </p:cNvPr>
          <p:cNvSpPr>
            <a:spLocks xmlns:a="http://schemas.openxmlformats.org/drawingml/2006/main" noGrp="1"/>
          </p:cNvSpPr>
          <p:nvPr/>
        </p:nvSpPr>
        <p:spPr>
          <a:xfrm xmlns:a="http://schemas.openxmlformats.org/drawingml/2006/main">
            <a:off x="6172200" y="3790950"/>
            <a:ext cx="53340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34" name="shape-206">
            <a:extLst xmlns:a="http://schemas.openxmlformats.org/drawingml/2006/main">
              <a:ext uri="{FF2B5EF4-FFF2-40B4-BE49-F238E27FC236}">
                <a16:creationId xmlns:a16="http://schemas.microsoft.com/office/drawing/2014/main" id="{5D8F0402-49A6-42DC-85D7-37F292568E14}"/>
              </a:ext>
            </a:extLst>
          </p:cNvPr>
          <p:cNvSpPr>
            <a:spLocks xmlns:a="http://schemas.openxmlformats.org/drawingml/2006/main" noGrp="1"/>
          </p:cNvSpPr>
          <p:nvPr/>
        </p:nvSpPr>
        <p:spPr>
          <a:xfrm xmlns:a="http://schemas.openxmlformats.org/drawingml/2006/main">
            <a:off x="6172200" y="3857625"/>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5F2F0"/>
                </a:solidFill>
                <a:latin typeface="Arial"/>
                <a:ea typeface="Arial"/>
                <a:cs typeface="Arial"/>
              </a:defRPr>
            </a:defPPr>
            <a:lvl1pPr algn="l">
              <a:defRPr sz="975" b="1">
                <a:solidFill>
                  <a:srgbClr val="F5F2F0"/>
                </a:solidFill>
                <a:latin typeface="Arial"/>
                <a:ea typeface="Arial"/>
                <a:cs typeface="Arial"/>
              </a:defRPr>
            </a:lvl1pPr>
            <a:lvl2pPr algn="l">
              <a:defRPr sz="975" b="1">
                <a:solidFill>
                  <a:srgbClr val="F5F2F0"/>
                </a:solidFill>
                <a:latin typeface="Arial"/>
                <a:ea typeface="Arial"/>
                <a:cs typeface="Arial"/>
              </a:defRPr>
            </a:lvl2pPr>
            <a:lvl3pPr algn="l">
              <a:defRPr sz="975" b="1">
                <a:solidFill>
                  <a:srgbClr val="F5F2F0"/>
                </a:solidFill>
                <a:latin typeface="Arial"/>
                <a:ea typeface="Arial"/>
                <a:cs typeface="Arial"/>
              </a:defRPr>
            </a:lvl3pPr>
            <a:lvl4pPr algn="l">
              <a:defRPr sz="975" b="1">
                <a:solidFill>
                  <a:srgbClr val="F5F2F0"/>
                </a:solidFill>
                <a:latin typeface="Arial"/>
                <a:ea typeface="Arial"/>
                <a:cs typeface="Arial"/>
              </a:defRPr>
            </a:lvl4pPr>
            <a:lvl5pPr algn="l">
              <a:defRPr sz="975" b="1">
                <a:solidFill>
                  <a:srgbClr val="F5F2F0"/>
                </a:solidFill>
                <a:latin typeface="Arial"/>
                <a:ea typeface="Arial"/>
                <a:cs typeface="Arial"/>
              </a:defRPr>
            </a:lvl5pPr>
            <a:lvl6pPr algn="l">
              <a:defRPr sz="975" b="1">
                <a:solidFill>
                  <a:srgbClr val="F5F2F0"/>
                </a:solidFill>
                <a:latin typeface="Arial"/>
                <a:ea typeface="Arial"/>
                <a:cs typeface="Arial"/>
              </a:defRPr>
            </a:lvl6pPr>
            <a:lvl7pPr algn="l">
              <a:defRPr sz="975" b="1">
                <a:solidFill>
                  <a:srgbClr val="F5F2F0"/>
                </a:solidFill>
                <a:latin typeface="Arial"/>
                <a:ea typeface="Arial"/>
                <a:cs typeface="Arial"/>
              </a:defRPr>
            </a:lvl7pPr>
            <a:lvl8pPr algn="l">
              <a:defRPr sz="975" b="1">
                <a:solidFill>
                  <a:srgbClr val="F5F2F0"/>
                </a:solidFill>
                <a:latin typeface="Arial"/>
                <a:ea typeface="Arial"/>
                <a:cs typeface="Arial"/>
              </a:defRPr>
            </a:lvl8pPr>
            <a:lvl9pPr algn="l">
              <a:defRPr sz="975" b="1">
                <a:solidFill>
                  <a:srgbClr val="F5F2F0"/>
                </a:solidFill>
                <a:latin typeface="Arial"/>
                <a:ea typeface="Arial"/>
                <a:cs typeface="Arial"/>
              </a:defRPr>
            </a:lvl9pPr>
          </a:lstStyle>
          <a:p xmlns:a="http://schemas.openxmlformats.org/drawingml/2006/main">
            <a:pPr algn="l">
              <a:defRPr sz="975" b="1">
                <a:solidFill>
                  <a:srgbClr val="F5F2F0"/>
                </a:solidFill>
                <a:latin typeface="Arial"/>
                <a:ea typeface="Arial"/>
                <a:cs typeface="Arial"/>
              </a:defRPr>
            </a:pPr>
            <a:r>
              <a:rPr sz="975" b="1">
                <a:solidFill>
                  <a:srgbClr val="F5F2F0"/>
                </a:solidFill>
                <a:latin typeface="Arial"/>
                <a:ea typeface="Arial"/>
                <a:cs typeface="Arial"/>
              </a:rPr>
              <a:t>SMS / CALLS</a:t>
            </a:r>
          </a:p>
        </p:txBody>
      </p:sp>
      <p:sp>
        <p:nvSpPr>
          <p:cNvPr id="35" name="shape-207">
            <a:extLst xmlns:a="http://schemas.openxmlformats.org/drawingml/2006/main">
              <a:ext uri="{FF2B5EF4-FFF2-40B4-BE49-F238E27FC236}">
                <a16:creationId xmlns:a16="http://schemas.microsoft.com/office/drawing/2014/main" id="{9E42F839-0649-4930-8741-A8DB8523021B}"/>
              </a:ext>
            </a:extLst>
          </p:cNvPr>
          <p:cNvSpPr>
            <a:spLocks xmlns:a="http://schemas.openxmlformats.org/drawingml/2006/main" noGrp="1"/>
          </p:cNvSpPr>
          <p:nvPr/>
        </p:nvSpPr>
        <p:spPr>
          <a:xfrm xmlns:a="http://schemas.openxmlformats.org/drawingml/2006/main">
            <a:off x="7277100" y="38481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Owned SIM path; carrier plan and coverage apply. One SMS tested; no call completed.</a:t>
            </a:r>
          </a:p>
        </p:txBody>
      </p:sp>
      <p:sp>
        <p:nvSpPr>
          <p:cNvPr id="36" name="shape-208">
            <a:extLst xmlns:a="http://schemas.openxmlformats.org/drawingml/2006/main">
              <a:ext uri="{FF2B5EF4-FFF2-40B4-BE49-F238E27FC236}">
                <a16:creationId xmlns:a16="http://schemas.microsoft.com/office/drawing/2014/main" id="{25FBF09D-D03E-46D5-B42D-79AFFDBE19CB}"/>
              </a:ext>
            </a:extLst>
          </p:cNvPr>
          <p:cNvSpPr>
            <a:spLocks xmlns:a="http://schemas.openxmlformats.org/drawingml/2006/main" noGrp="1"/>
          </p:cNvSpPr>
          <p:nvPr/>
        </p:nvSpPr>
        <p:spPr>
          <a:xfrm xmlns:a="http://schemas.openxmlformats.org/drawingml/2006/main">
            <a:off x="6172200" y="4371975"/>
            <a:ext cx="53340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37" name="shape-209">
            <a:extLst xmlns:a="http://schemas.openxmlformats.org/drawingml/2006/main">
              <a:ext uri="{FF2B5EF4-FFF2-40B4-BE49-F238E27FC236}">
                <a16:creationId xmlns:a16="http://schemas.microsoft.com/office/drawing/2014/main" id="{62F024CC-5234-4B8B-8011-AE74F8A13C62}"/>
              </a:ext>
            </a:extLst>
          </p:cNvPr>
          <p:cNvSpPr>
            <a:spLocks xmlns:a="http://schemas.openxmlformats.org/drawingml/2006/main" noGrp="1"/>
          </p:cNvSpPr>
          <p:nvPr/>
        </p:nvSpPr>
        <p:spPr>
          <a:xfrm xmlns:a="http://schemas.openxmlformats.org/drawingml/2006/main">
            <a:off x="6172200" y="443865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5F2F0"/>
                </a:solidFill>
                <a:latin typeface="Arial"/>
                <a:ea typeface="Arial"/>
                <a:cs typeface="Arial"/>
              </a:defRPr>
            </a:defPPr>
            <a:lvl1pPr algn="l">
              <a:defRPr sz="975" b="1">
                <a:solidFill>
                  <a:srgbClr val="F5F2F0"/>
                </a:solidFill>
                <a:latin typeface="Arial"/>
                <a:ea typeface="Arial"/>
                <a:cs typeface="Arial"/>
              </a:defRPr>
            </a:lvl1pPr>
            <a:lvl2pPr algn="l">
              <a:defRPr sz="975" b="1">
                <a:solidFill>
                  <a:srgbClr val="F5F2F0"/>
                </a:solidFill>
                <a:latin typeface="Arial"/>
                <a:ea typeface="Arial"/>
                <a:cs typeface="Arial"/>
              </a:defRPr>
            </a:lvl2pPr>
            <a:lvl3pPr algn="l">
              <a:defRPr sz="975" b="1">
                <a:solidFill>
                  <a:srgbClr val="F5F2F0"/>
                </a:solidFill>
                <a:latin typeface="Arial"/>
                <a:ea typeface="Arial"/>
                <a:cs typeface="Arial"/>
              </a:defRPr>
            </a:lvl3pPr>
            <a:lvl4pPr algn="l">
              <a:defRPr sz="975" b="1">
                <a:solidFill>
                  <a:srgbClr val="F5F2F0"/>
                </a:solidFill>
                <a:latin typeface="Arial"/>
                <a:ea typeface="Arial"/>
                <a:cs typeface="Arial"/>
              </a:defRPr>
            </a:lvl4pPr>
            <a:lvl5pPr algn="l">
              <a:defRPr sz="975" b="1">
                <a:solidFill>
                  <a:srgbClr val="F5F2F0"/>
                </a:solidFill>
                <a:latin typeface="Arial"/>
                <a:ea typeface="Arial"/>
                <a:cs typeface="Arial"/>
              </a:defRPr>
            </a:lvl5pPr>
            <a:lvl6pPr algn="l">
              <a:defRPr sz="975" b="1">
                <a:solidFill>
                  <a:srgbClr val="F5F2F0"/>
                </a:solidFill>
                <a:latin typeface="Arial"/>
                <a:ea typeface="Arial"/>
                <a:cs typeface="Arial"/>
              </a:defRPr>
            </a:lvl6pPr>
            <a:lvl7pPr algn="l">
              <a:defRPr sz="975" b="1">
                <a:solidFill>
                  <a:srgbClr val="F5F2F0"/>
                </a:solidFill>
                <a:latin typeface="Arial"/>
                <a:ea typeface="Arial"/>
                <a:cs typeface="Arial"/>
              </a:defRPr>
            </a:lvl7pPr>
            <a:lvl8pPr algn="l">
              <a:defRPr sz="975" b="1">
                <a:solidFill>
                  <a:srgbClr val="F5F2F0"/>
                </a:solidFill>
                <a:latin typeface="Arial"/>
                <a:ea typeface="Arial"/>
                <a:cs typeface="Arial"/>
              </a:defRPr>
            </a:lvl8pPr>
            <a:lvl9pPr algn="l">
              <a:defRPr sz="975" b="1">
                <a:solidFill>
                  <a:srgbClr val="F5F2F0"/>
                </a:solidFill>
                <a:latin typeface="Arial"/>
                <a:ea typeface="Arial"/>
                <a:cs typeface="Arial"/>
              </a:defRPr>
            </a:lvl9pPr>
          </a:lstStyle>
          <a:p xmlns:a="http://schemas.openxmlformats.org/drawingml/2006/main">
            <a:pPr algn="l">
              <a:defRPr sz="975" b="1">
                <a:solidFill>
                  <a:srgbClr val="F5F2F0"/>
                </a:solidFill>
                <a:latin typeface="Arial"/>
                <a:ea typeface="Arial"/>
                <a:cs typeface="Arial"/>
              </a:defRPr>
            </a:pPr>
            <a:r>
              <a:rPr sz="975" b="1">
                <a:solidFill>
                  <a:srgbClr val="F5F2F0"/>
                </a:solidFill>
                <a:latin typeface="Arial"/>
                <a:ea typeface="Arial"/>
                <a:cs typeface="Arial"/>
              </a:rPr>
              <a:t>LOCAL ML</a:t>
            </a:r>
          </a:p>
        </p:txBody>
      </p:sp>
      <p:sp>
        <p:nvSpPr>
          <p:cNvPr id="38" name="shape-210">
            <a:extLst xmlns:a="http://schemas.openxmlformats.org/drawingml/2006/main">
              <a:ext uri="{FF2B5EF4-FFF2-40B4-BE49-F238E27FC236}">
                <a16:creationId xmlns:a16="http://schemas.microsoft.com/office/drawing/2014/main" id="{6249E4F5-5570-4EF7-B62C-708E84ED024E}"/>
              </a:ext>
            </a:extLst>
          </p:cNvPr>
          <p:cNvSpPr>
            <a:spLocks xmlns:a="http://schemas.openxmlformats.org/drawingml/2006/main" noGrp="1"/>
          </p:cNvSpPr>
          <p:nvPr/>
        </p:nvSpPr>
        <p:spPr>
          <a:xfrm xmlns:a="http://schemas.openxmlformats.org/drawingml/2006/main">
            <a:off x="7277100" y="44291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Scoring and local transcription avoid per-record API fees; laptop resources and upkeep still apply.</a:t>
            </a:r>
          </a:p>
        </p:txBody>
      </p:sp>
      <p:sp>
        <p:nvSpPr>
          <p:cNvPr id="39" name="shape-211">
            <a:extLst xmlns:a="http://schemas.openxmlformats.org/drawingml/2006/main">
              <a:ext uri="{FF2B5EF4-FFF2-40B4-BE49-F238E27FC236}">
                <a16:creationId xmlns:a16="http://schemas.microsoft.com/office/drawing/2014/main" id="{4A8EBEC1-A2AF-4FC3-B9AB-8CF312F0DD40}"/>
              </a:ext>
            </a:extLst>
          </p:cNvPr>
          <p:cNvSpPr>
            <a:spLocks xmlns:a="http://schemas.openxmlformats.org/drawingml/2006/main" noGrp="1"/>
          </p:cNvSpPr>
          <p:nvPr/>
        </p:nvSpPr>
        <p:spPr>
          <a:xfrm xmlns:a="http://schemas.openxmlformats.org/drawingml/2006/main">
            <a:off x="6172200" y="5153025"/>
            <a:ext cx="5334000" cy="800100"/>
          </a:xfrm>
          <a:prstGeom xmlns:a="http://schemas.openxmlformats.org/drawingml/2006/main" prst="roundRect">
            <a:avLst>
              <a:gd name="adj" fmla="val 9524"/>
            </a:avLst>
          </a:prstGeom>
          <a:solidFill xmlns:a="http://schemas.openxmlformats.org/drawingml/2006/main">
            <a:srgbClr val="321719"/>
          </a:solidFill>
          <a:ln xmlns:a="http://schemas.openxmlformats.org/drawingml/2006/main" w="9525">
            <a:solidFill>
              <a:srgbClr val="743036"/>
            </a:solidFill>
            <a:prstDash val="solid"/>
          </a:ln>
        </p:spPr>
      </p:sp>
      <p:sp>
        <p:nvSpPr>
          <p:cNvPr id="40" name="shape-212">
            <a:extLst xmlns:a="http://schemas.openxmlformats.org/drawingml/2006/main">
              <a:ext uri="{FF2B5EF4-FFF2-40B4-BE49-F238E27FC236}">
                <a16:creationId xmlns:a16="http://schemas.microsoft.com/office/drawing/2014/main" id="{02C14466-3A67-406B-A35B-A7C5F7D99913}"/>
              </a:ext>
            </a:extLst>
          </p:cNvPr>
          <p:cNvSpPr>
            <a:spLocks xmlns:a="http://schemas.openxmlformats.org/drawingml/2006/main" noGrp="1"/>
          </p:cNvSpPr>
          <p:nvPr/>
        </p:nvSpPr>
        <p:spPr>
          <a:xfrm xmlns:a="http://schemas.openxmlformats.org/drawingml/2006/main">
            <a:off x="6343650" y="5276850"/>
            <a:ext cx="4991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5F2F0"/>
                </a:solidFill>
                <a:latin typeface="Arial"/>
                <a:ea typeface="Arial"/>
                <a:cs typeface="Arial"/>
              </a:defRPr>
            </a:defPPr>
            <a:lvl1pPr algn="l">
              <a:defRPr sz="1125" b="0">
                <a:solidFill>
                  <a:srgbClr val="F5F2F0"/>
                </a:solidFill>
                <a:latin typeface="Arial"/>
                <a:ea typeface="Arial"/>
                <a:cs typeface="Arial"/>
              </a:defRPr>
            </a:lvl1pPr>
            <a:lvl2pPr algn="l">
              <a:defRPr sz="1125" b="0">
                <a:solidFill>
                  <a:srgbClr val="F5F2F0"/>
                </a:solidFill>
                <a:latin typeface="Arial"/>
                <a:ea typeface="Arial"/>
                <a:cs typeface="Arial"/>
              </a:defRPr>
            </a:lvl2pPr>
            <a:lvl3pPr algn="l">
              <a:defRPr sz="1125" b="0">
                <a:solidFill>
                  <a:srgbClr val="F5F2F0"/>
                </a:solidFill>
                <a:latin typeface="Arial"/>
                <a:ea typeface="Arial"/>
                <a:cs typeface="Arial"/>
              </a:defRPr>
            </a:lvl3pPr>
            <a:lvl4pPr algn="l">
              <a:defRPr sz="1125" b="0">
                <a:solidFill>
                  <a:srgbClr val="F5F2F0"/>
                </a:solidFill>
                <a:latin typeface="Arial"/>
                <a:ea typeface="Arial"/>
                <a:cs typeface="Arial"/>
              </a:defRPr>
            </a:lvl4pPr>
            <a:lvl5pPr algn="l">
              <a:defRPr sz="1125" b="0">
                <a:solidFill>
                  <a:srgbClr val="F5F2F0"/>
                </a:solidFill>
                <a:latin typeface="Arial"/>
                <a:ea typeface="Arial"/>
                <a:cs typeface="Arial"/>
              </a:defRPr>
            </a:lvl5pPr>
            <a:lvl6pPr algn="l">
              <a:defRPr sz="1125" b="0">
                <a:solidFill>
                  <a:srgbClr val="F5F2F0"/>
                </a:solidFill>
                <a:latin typeface="Arial"/>
                <a:ea typeface="Arial"/>
                <a:cs typeface="Arial"/>
              </a:defRPr>
            </a:lvl6pPr>
            <a:lvl7pPr algn="l">
              <a:defRPr sz="1125" b="0">
                <a:solidFill>
                  <a:srgbClr val="F5F2F0"/>
                </a:solidFill>
                <a:latin typeface="Arial"/>
                <a:ea typeface="Arial"/>
                <a:cs typeface="Arial"/>
              </a:defRPr>
            </a:lvl7pPr>
            <a:lvl8pPr algn="l">
              <a:defRPr sz="1125" b="0">
                <a:solidFill>
                  <a:srgbClr val="F5F2F0"/>
                </a:solidFill>
                <a:latin typeface="Arial"/>
                <a:ea typeface="Arial"/>
                <a:cs typeface="Arial"/>
              </a:defRPr>
            </a:lvl8pPr>
            <a:lvl9pPr algn="l">
              <a:defRPr sz="1125" b="0">
                <a:solidFill>
                  <a:srgbClr val="F5F2F0"/>
                </a:solidFill>
                <a:latin typeface="Arial"/>
                <a:ea typeface="Arial"/>
                <a:cs typeface="Arial"/>
              </a:defRPr>
            </a:lvl9pPr>
          </a:lstStyle>
          <a:p xmlns:a="http://schemas.openxmlformats.org/drawingml/2006/main">
            <a:pPr algn="l">
              <a:defRPr sz="1125" b="0">
                <a:solidFill>
                  <a:srgbClr val="F5F2F0"/>
                </a:solidFill>
                <a:latin typeface="Arial"/>
                <a:ea typeface="Arial"/>
                <a:cs typeface="Arial"/>
              </a:defRPr>
            </a:pPr>
            <a:r>
              <a:rPr sz="1125" b="0">
                <a:solidFill>
                  <a:srgbClr val="F5F2F0"/>
                </a:solidFill>
                <a:latin typeface="Arial"/>
                <a:ea typeface="Arial"/>
                <a:cs typeface="Arial"/>
              </a:rPr>
              <a:t>10,000 seniors × one weekly report ≈ 43,333 workflow runs / month. That exceeds the 10,000 allowance; selective reports or batching would be needed. Batching is not implemented.</a:t>
            </a:r>
          </a:p>
        </p:txBody>
      </p:sp>
      <p:sp>
        <p:nvSpPr>
          <p:cNvPr id="41" name="shape-213">
            <a:extLst xmlns:a="http://schemas.openxmlformats.org/drawingml/2006/main">
              <a:ext uri="{FF2B5EF4-FFF2-40B4-BE49-F238E27FC236}">
                <a16:creationId xmlns:a16="http://schemas.microsoft.com/office/drawing/2014/main" id="{43CE5D46-068F-4111-95F5-2546D5476070}"/>
              </a:ext>
            </a:extLst>
          </p:cNvPr>
          <p:cNvSpPr>
            <a:spLocks xmlns:a="http://schemas.openxmlformats.org/drawingml/2006/main" noGrp="1"/>
          </p:cNvSpPr>
          <p:nvPr/>
        </p:nvSpPr>
        <p:spPr>
          <a:xfrm xmlns:a="http://schemas.openxmlformats.org/drawingml/2006/main">
            <a:off x="6172200" y="60960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858A93"/>
                </a:solidFill>
                <a:latin typeface="Arial"/>
                <a:ea typeface="Arial"/>
                <a:cs typeface="Arial"/>
              </a:defRPr>
            </a:defPPr>
            <a:lvl1pPr algn="l">
              <a:defRPr sz="900" b="0">
                <a:solidFill>
                  <a:srgbClr val="858A93"/>
                </a:solidFill>
                <a:latin typeface="Arial"/>
                <a:ea typeface="Arial"/>
                <a:cs typeface="Arial"/>
              </a:defRPr>
            </a:lvl1pPr>
            <a:lvl2pPr algn="l">
              <a:defRPr sz="900" b="0">
                <a:solidFill>
                  <a:srgbClr val="858A93"/>
                </a:solidFill>
                <a:latin typeface="Arial"/>
                <a:ea typeface="Arial"/>
                <a:cs typeface="Arial"/>
              </a:defRPr>
            </a:lvl2pPr>
            <a:lvl3pPr algn="l">
              <a:defRPr sz="900" b="0">
                <a:solidFill>
                  <a:srgbClr val="858A93"/>
                </a:solidFill>
                <a:latin typeface="Arial"/>
                <a:ea typeface="Arial"/>
                <a:cs typeface="Arial"/>
              </a:defRPr>
            </a:lvl3pPr>
            <a:lvl4pPr algn="l">
              <a:defRPr sz="900" b="0">
                <a:solidFill>
                  <a:srgbClr val="858A93"/>
                </a:solidFill>
                <a:latin typeface="Arial"/>
                <a:ea typeface="Arial"/>
                <a:cs typeface="Arial"/>
              </a:defRPr>
            </a:lvl4pPr>
            <a:lvl5pPr algn="l">
              <a:defRPr sz="900" b="0">
                <a:solidFill>
                  <a:srgbClr val="858A93"/>
                </a:solidFill>
                <a:latin typeface="Arial"/>
                <a:ea typeface="Arial"/>
                <a:cs typeface="Arial"/>
              </a:defRPr>
            </a:lvl5pPr>
            <a:lvl6pPr algn="l">
              <a:defRPr sz="900" b="0">
                <a:solidFill>
                  <a:srgbClr val="858A93"/>
                </a:solidFill>
                <a:latin typeface="Arial"/>
                <a:ea typeface="Arial"/>
                <a:cs typeface="Arial"/>
              </a:defRPr>
            </a:lvl6pPr>
            <a:lvl7pPr algn="l">
              <a:defRPr sz="900" b="0">
                <a:solidFill>
                  <a:srgbClr val="858A93"/>
                </a:solidFill>
                <a:latin typeface="Arial"/>
                <a:ea typeface="Arial"/>
                <a:cs typeface="Arial"/>
              </a:defRPr>
            </a:lvl7pPr>
            <a:lvl8pPr algn="l">
              <a:defRPr sz="900" b="0">
                <a:solidFill>
                  <a:srgbClr val="858A93"/>
                </a:solidFill>
                <a:latin typeface="Arial"/>
                <a:ea typeface="Arial"/>
                <a:cs typeface="Arial"/>
              </a:defRPr>
            </a:lvl8pPr>
            <a:lvl9pPr algn="l">
              <a:defRPr sz="900" b="0">
                <a:solidFill>
                  <a:srgbClr val="858A93"/>
                </a:solidFill>
                <a:latin typeface="Arial"/>
                <a:ea typeface="Arial"/>
                <a:cs typeface="Arial"/>
              </a:defRPr>
            </a:lvl9pPr>
          </a:lstStyle>
          <a:p xmlns:a="http://schemas.openxmlformats.org/drawingml/2006/main">
            <a:pPr algn="l">
              <a:defRPr sz="900" b="0">
                <a:solidFill>
                  <a:srgbClr val="858A93"/>
                </a:solidFill>
                <a:latin typeface="Arial"/>
                <a:ea typeface="Arial"/>
                <a:cs typeface="Arial"/>
              </a:defRPr>
            </a:pPr>
            <a:r>
              <a:rPr sz="900" b="0">
                <a:solidFill>
                  <a:srgbClr val="858A93"/>
                </a:solidFill>
                <a:latin typeface="Arial"/>
                <a:ea typeface="Arial"/>
                <a:cs typeface="Arial"/>
              </a:rPr>
              <a:t>USD list prices checked 30 Oct 2026; taxes, usage and actual bills vary.</a:t>
            </a:r>
          </a:p>
        </p:txBody>
      </p:sp>
    </p:spTree>
    <p:extLst>
      <p:ext uri="{BB962C8B-B14F-4D97-AF65-F5344CB8AC3E}">
        <p14:creationId xmlns:p14="http://schemas.microsoft.com/office/powerpoint/2010/main" val="1818222602"/>
      </p:ext>
    </p:extLst>
  </p:cSld>
</p:sld>
</file>

<file path=ppt/slides/slide7.xml><?xml version="1.0" encoding="utf-8"?>
<p:sld xmlns:p="http://schemas.openxmlformats.org/presentationml/2006/main">
  <p:cSld>
    <p:bg>
      <p:bgPr>
        <a:solidFill xmlns:a="http://schemas.openxmlformats.org/drawingml/2006/main">
          <a:srgbClr val="0B0C0F"/>
        </a:solidFill>
      </p:bgPr>
    </p:bg>
    <p:spTree>
      <p:nvGrpSpPr>
        <p:cNvPr id="1" name=""/>
        <p:cNvGrpSpPr/>
        <p:nvPr/>
      </p:nvGrpSpPr>
      <p:grpSpPr>
        <a:xfrm xmlns:a="http://schemas.openxmlformats.org/drawingml/2006/main"/>
      </p:grpSpPr>
      <p:sp>
        <p:nvSpPr>
          <p:cNvPr id="37" name="shape-214">
            <a:extLst xmlns:a="http://schemas.openxmlformats.org/drawingml/2006/main">
              <a:ext uri="{FF2B5EF4-FFF2-40B4-BE49-F238E27FC236}">
                <a16:creationId xmlns:a16="http://schemas.microsoft.com/office/drawing/2014/main" id="{707C4D6F-6C08-4A13-8197-2DCCEED2BC88}"/>
              </a:ext>
            </a:extLst>
          </p:cNvPr>
          <p:cNvSpPr>
            <a:spLocks xmlns:a="http://schemas.openxmlformats.org/drawingml/2006/main" noGrp="1"/>
          </p:cNvSpPr>
          <p:nvPr/>
        </p:nvSpPr>
        <p:spPr>
          <a:xfrm xmlns:a="http://schemas.openxmlformats.org/drawingml/2006/main">
            <a:off x="685800" y="32385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DEV_104  /  SAMARTH CARE</a:t>
            </a:r>
          </a:p>
        </p:txBody>
      </p:sp>
      <p:sp>
        <p:nvSpPr>
          <p:cNvPr id="2" name="shape-215">
            <a:extLst xmlns:a="http://schemas.openxmlformats.org/drawingml/2006/main">
              <a:ext uri="{FF2B5EF4-FFF2-40B4-BE49-F238E27FC236}">
                <a16:creationId xmlns:a16="http://schemas.microsoft.com/office/drawing/2014/main" id="{86E2E1CA-F6DF-43E3-B232-1CE9A2938446}"/>
              </a:ext>
            </a:extLst>
          </p:cNvPr>
          <p:cNvSpPr>
            <a:spLocks xmlns:a="http://schemas.openxmlformats.org/drawingml/2006/main" noGrp="1"/>
          </p:cNvSpPr>
          <p:nvPr/>
        </p:nvSpPr>
        <p:spPr>
          <a:xfrm xmlns:a="http://schemas.openxmlformats.org/drawingml/2006/main">
            <a:off x="685800" y="62865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5F2F0"/>
                </a:solidFill>
                <a:latin typeface="Arial"/>
                <a:ea typeface="Arial"/>
                <a:cs typeface="Arial"/>
              </a:defRPr>
            </a:defPPr>
            <a:lvl1pPr algn="l">
              <a:defRPr sz="2850" b="1">
                <a:solidFill>
                  <a:srgbClr val="F5F2F0"/>
                </a:solidFill>
                <a:latin typeface="Arial"/>
                <a:ea typeface="Arial"/>
                <a:cs typeface="Arial"/>
              </a:defRPr>
            </a:lvl1pPr>
            <a:lvl2pPr algn="l">
              <a:defRPr sz="2850" b="1">
                <a:solidFill>
                  <a:srgbClr val="F5F2F0"/>
                </a:solidFill>
                <a:latin typeface="Arial"/>
                <a:ea typeface="Arial"/>
                <a:cs typeface="Arial"/>
              </a:defRPr>
            </a:lvl2pPr>
            <a:lvl3pPr algn="l">
              <a:defRPr sz="2850" b="1">
                <a:solidFill>
                  <a:srgbClr val="F5F2F0"/>
                </a:solidFill>
                <a:latin typeface="Arial"/>
                <a:ea typeface="Arial"/>
                <a:cs typeface="Arial"/>
              </a:defRPr>
            </a:lvl3pPr>
            <a:lvl4pPr algn="l">
              <a:defRPr sz="2850" b="1">
                <a:solidFill>
                  <a:srgbClr val="F5F2F0"/>
                </a:solidFill>
                <a:latin typeface="Arial"/>
                <a:ea typeface="Arial"/>
                <a:cs typeface="Arial"/>
              </a:defRPr>
            </a:lvl4pPr>
            <a:lvl5pPr algn="l">
              <a:defRPr sz="2850" b="1">
                <a:solidFill>
                  <a:srgbClr val="F5F2F0"/>
                </a:solidFill>
                <a:latin typeface="Arial"/>
                <a:ea typeface="Arial"/>
                <a:cs typeface="Arial"/>
              </a:defRPr>
            </a:lvl5pPr>
            <a:lvl6pPr algn="l">
              <a:defRPr sz="2850" b="1">
                <a:solidFill>
                  <a:srgbClr val="F5F2F0"/>
                </a:solidFill>
                <a:latin typeface="Arial"/>
                <a:ea typeface="Arial"/>
                <a:cs typeface="Arial"/>
              </a:defRPr>
            </a:lvl6pPr>
            <a:lvl7pPr algn="l">
              <a:defRPr sz="2850" b="1">
                <a:solidFill>
                  <a:srgbClr val="F5F2F0"/>
                </a:solidFill>
                <a:latin typeface="Arial"/>
                <a:ea typeface="Arial"/>
                <a:cs typeface="Arial"/>
              </a:defRPr>
            </a:lvl7pPr>
            <a:lvl8pPr algn="l">
              <a:defRPr sz="2850" b="1">
                <a:solidFill>
                  <a:srgbClr val="F5F2F0"/>
                </a:solidFill>
                <a:latin typeface="Arial"/>
                <a:ea typeface="Arial"/>
                <a:cs typeface="Arial"/>
              </a:defRPr>
            </a:lvl8pPr>
            <a:lvl9pPr algn="l">
              <a:defRPr sz="2850" b="1">
                <a:solidFill>
                  <a:srgbClr val="F5F2F0"/>
                </a:solidFill>
                <a:latin typeface="Arial"/>
                <a:ea typeface="Arial"/>
                <a:cs typeface="Arial"/>
              </a:defRPr>
            </a:lvl9pPr>
          </a:lstStyle>
          <a:p xmlns:a="http://schemas.openxmlformats.org/drawingml/2006/main">
            <a:pPr algn="l">
              <a:defRPr sz="2850" b="1">
                <a:solidFill>
                  <a:srgbClr val="F5F2F0"/>
                </a:solidFill>
                <a:latin typeface="Arial"/>
                <a:ea typeface="Arial"/>
                <a:cs typeface="Arial"/>
              </a:defRPr>
            </a:pPr>
            <a:r>
              <a:rPr sz="2850" b="1">
                <a:solidFill>
                  <a:srgbClr val="F5F2F0"/>
                </a:solidFill>
                <a:latin typeface="Arial"/>
                <a:ea typeface="Arial"/>
                <a:cs typeface="Arial"/>
              </a:rPr>
              <a:t>Next steps: showcase and live-care pilot</a:t>
            </a:r>
          </a:p>
        </p:txBody>
      </p:sp>
      <p:sp>
        <p:nvSpPr>
          <p:cNvPr id="3" name="shape-216">
            <a:extLst xmlns:a="http://schemas.openxmlformats.org/drawingml/2006/main">
              <a:ext uri="{FF2B5EF4-FFF2-40B4-BE49-F238E27FC236}">
                <a16:creationId xmlns:a16="http://schemas.microsoft.com/office/drawing/2014/main" id="{AB28BDAB-90FA-4CA0-8DB9-8E3F327D9B8C}"/>
              </a:ext>
            </a:extLst>
          </p:cNvPr>
          <p:cNvSpPr>
            <a:spLocks xmlns:a="http://schemas.openxmlformats.org/drawingml/2006/main" noGrp="1"/>
          </p:cNvSpPr>
          <p:nvPr/>
        </p:nvSpPr>
        <p:spPr>
          <a:xfrm xmlns:a="http://schemas.openxmlformats.org/drawingml/2006/main">
            <a:off x="685800" y="11430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B9BBC1"/>
                </a:solidFill>
                <a:latin typeface="Arial"/>
                <a:ea typeface="Arial"/>
                <a:cs typeface="Arial"/>
              </a:defRPr>
            </a:defPPr>
            <a:lvl1pPr algn="l">
              <a:defRPr sz="1425" b="0">
                <a:solidFill>
                  <a:srgbClr val="B9BBC1"/>
                </a:solidFill>
                <a:latin typeface="Arial"/>
                <a:ea typeface="Arial"/>
                <a:cs typeface="Arial"/>
              </a:defRPr>
            </a:lvl1pPr>
            <a:lvl2pPr algn="l">
              <a:defRPr sz="1425" b="0">
                <a:solidFill>
                  <a:srgbClr val="B9BBC1"/>
                </a:solidFill>
                <a:latin typeface="Arial"/>
                <a:ea typeface="Arial"/>
                <a:cs typeface="Arial"/>
              </a:defRPr>
            </a:lvl2pPr>
            <a:lvl3pPr algn="l">
              <a:defRPr sz="1425" b="0">
                <a:solidFill>
                  <a:srgbClr val="B9BBC1"/>
                </a:solidFill>
                <a:latin typeface="Arial"/>
                <a:ea typeface="Arial"/>
                <a:cs typeface="Arial"/>
              </a:defRPr>
            </a:lvl3pPr>
            <a:lvl4pPr algn="l">
              <a:defRPr sz="1425" b="0">
                <a:solidFill>
                  <a:srgbClr val="B9BBC1"/>
                </a:solidFill>
                <a:latin typeface="Arial"/>
                <a:ea typeface="Arial"/>
                <a:cs typeface="Arial"/>
              </a:defRPr>
            </a:lvl4pPr>
            <a:lvl5pPr algn="l">
              <a:defRPr sz="1425" b="0">
                <a:solidFill>
                  <a:srgbClr val="B9BBC1"/>
                </a:solidFill>
                <a:latin typeface="Arial"/>
                <a:ea typeface="Arial"/>
                <a:cs typeface="Arial"/>
              </a:defRPr>
            </a:lvl5pPr>
            <a:lvl6pPr algn="l">
              <a:defRPr sz="1425" b="0">
                <a:solidFill>
                  <a:srgbClr val="B9BBC1"/>
                </a:solidFill>
                <a:latin typeface="Arial"/>
                <a:ea typeface="Arial"/>
                <a:cs typeface="Arial"/>
              </a:defRPr>
            </a:lvl6pPr>
            <a:lvl7pPr algn="l">
              <a:defRPr sz="1425" b="0">
                <a:solidFill>
                  <a:srgbClr val="B9BBC1"/>
                </a:solidFill>
                <a:latin typeface="Arial"/>
                <a:ea typeface="Arial"/>
                <a:cs typeface="Arial"/>
              </a:defRPr>
            </a:lvl7pPr>
            <a:lvl8pPr algn="l">
              <a:defRPr sz="1425" b="0">
                <a:solidFill>
                  <a:srgbClr val="B9BBC1"/>
                </a:solidFill>
                <a:latin typeface="Arial"/>
                <a:ea typeface="Arial"/>
                <a:cs typeface="Arial"/>
              </a:defRPr>
            </a:lvl8pPr>
            <a:lvl9pPr algn="l">
              <a:defRPr sz="1425" b="0">
                <a:solidFill>
                  <a:srgbClr val="B9BBC1"/>
                </a:solidFill>
                <a:latin typeface="Arial"/>
                <a:ea typeface="Arial"/>
                <a:cs typeface="Arial"/>
              </a:defRPr>
            </a:lvl9pPr>
          </a:lstStyle>
          <a:p xmlns:a="http://schemas.openxmlformats.org/drawingml/2006/main">
            <a:pPr algn="l">
              <a:defRPr sz="1425" b="0">
                <a:solidFill>
                  <a:srgbClr val="B9BBC1"/>
                </a:solidFill>
                <a:latin typeface="Arial"/>
                <a:ea typeface="Arial"/>
                <a:cs typeface="Arial"/>
              </a:defRPr>
            </a:pPr>
            <a:r>
              <a:rPr sz="1425" b="0">
                <a:solidFill>
                  <a:srgbClr val="B9BBC1"/>
                </a:solidFill>
                <a:latin typeface="Arial"/>
                <a:ea typeface="Arial"/>
                <a:cs typeface="Arial"/>
              </a:rPr>
              <a:t>These are separate readiness gates. Code prepared for a feature does not mean the service is operational.</a:t>
            </a:r>
          </a:p>
        </p:txBody>
      </p:sp>
      <p:sp>
        <p:nvSpPr>
          <p:cNvPr id="4" name="shape-217">
            <a:extLst xmlns:a="http://schemas.openxmlformats.org/drawingml/2006/main">
              <a:ext uri="{FF2B5EF4-FFF2-40B4-BE49-F238E27FC236}">
                <a16:creationId xmlns:a16="http://schemas.microsoft.com/office/drawing/2014/main" id="{280CBA49-0679-4F0E-BCE0-DA6B086CB75D}"/>
              </a:ext>
            </a:extLst>
          </p:cNvPr>
          <p:cNvSpPr>
            <a:spLocks xmlns:a="http://schemas.openxmlformats.org/drawingml/2006/main" noGrp="1"/>
          </p:cNvSpPr>
          <p:nvPr/>
        </p:nvSpPr>
        <p:spPr>
          <a:xfrm xmlns:a="http://schemas.openxmlformats.org/drawingml/2006/main">
            <a:off x="685800" y="15430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5" name="shape-218">
            <a:extLst xmlns:a="http://schemas.openxmlformats.org/drawingml/2006/main">
              <a:ext uri="{FF2B5EF4-FFF2-40B4-BE49-F238E27FC236}">
                <a16:creationId xmlns:a16="http://schemas.microsoft.com/office/drawing/2014/main" id="{F87A9714-DD4B-482D-8E96-49A9DCCA15D7}"/>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6" name="shape-219">
            <a:extLst xmlns:a="http://schemas.openxmlformats.org/drawingml/2006/main">
              <a:ext uri="{FF2B5EF4-FFF2-40B4-BE49-F238E27FC236}">
                <a16:creationId xmlns:a16="http://schemas.microsoft.com/office/drawing/2014/main" id="{D2FFFE8E-5153-4450-8C3E-DFF56C8185F7}"/>
              </a:ext>
            </a:extLst>
          </p:cNvPr>
          <p:cNvSpPr>
            <a:spLocks xmlns:a="http://schemas.openxmlformats.org/drawingml/2006/main" noGrp="1"/>
          </p:cNvSpPr>
          <p:nvPr/>
        </p:nvSpPr>
        <p:spPr>
          <a:xfrm xmlns:a="http://schemas.openxmlformats.org/drawingml/2006/main">
            <a:off x="685800" y="6562725"/>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58A93"/>
                </a:solidFill>
                <a:latin typeface="Arial"/>
                <a:ea typeface="Arial"/>
                <a:cs typeface="Arial"/>
              </a:defRPr>
            </a:defPPr>
            <a:lvl1pPr algn="l">
              <a:defRPr sz="975" b="1">
                <a:solidFill>
                  <a:srgbClr val="858A93"/>
                </a:solidFill>
                <a:latin typeface="Arial"/>
                <a:ea typeface="Arial"/>
                <a:cs typeface="Arial"/>
              </a:defRPr>
            </a:lvl1pPr>
            <a:lvl2pPr algn="l">
              <a:defRPr sz="975" b="1">
                <a:solidFill>
                  <a:srgbClr val="858A93"/>
                </a:solidFill>
                <a:latin typeface="Arial"/>
                <a:ea typeface="Arial"/>
                <a:cs typeface="Arial"/>
              </a:defRPr>
            </a:lvl2pPr>
            <a:lvl3pPr algn="l">
              <a:defRPr sz="975" b="1">
                <a:solidFill>
                  <a:srgbClr val="858A93"/>
                </a:solidFill>
                <a:latin typeface="Arial"/>
                <a:ea typeface="Arial"/>
                <a:cs typeface="Arial"/>
              </a:defRPr>
            </a:lvl3pPr>
            <a:lvl4pPr algn="l">
              <a:defRPr sz="975" b="1">
                <a:solidFill>
                  <a:srgbClr val="858A93"/>
                </a:solidFill>
                <a:latin typeface="Arial"/>
                <a:ea typeface="Arial"/>
                <a:cs typeface="Arial"/>
              </a:defRPr>
            </a:lvl4pPr>
            <a:lvl5pPr algn="l">
              <a:defRPr sz="975" b="1">
                <a:solidFill>
                  <a:srgbClr val="858A93"/>
                </a:solidFill>
                <a:latin typeface="Arial"/>
                <a:ea typeface="Arial"/>
                <a:cs typeface="Arial"/>
              </a:defRPr>
            </a:lvl5pPr>
            <a:lvl6pPr algn="l">
              <a:defRPr sz="975" b="1">
                <a:solidFill>
                  <a:srgbClr val="858A93"/>
                </a:solidFill>
                <a:latin typeface="Arial"/>
                <a:ea typeface="Arial"/>
                <a:cs typeface="Arial"/>
              </a:defRPr>
            </a:lvl6pPr>
            <a:lvl7pPr algn="l">
              <a:defRPr sz="975" b="1">
                <a:solidFill>
                  <a:srgbClr val="858A93"/>
                </a:solidFill>
                <a:latin typeface="Arial"/>
                <a:ea typeface="Arial"/>
                <a:cs typeface="Arial"/>
              </a:defRPr>
            </a:lvl7pPr>
            <a:lvl8pPr algn="l">
              <a:defRPr sz="975" b="1">
                <a:solidFill>
                  <a:srgbClr val="858A93"/>
                </a:solidFill>
                <a:latin typeface="Arial"/>
                <a:ea typeface="Arial"/>
                <a:cs typeface="Arial"/>
              </a:defRPr>
            </a:lvl8pPr>
            <a:lvl9pPr algn="l">
              <a:defRPr sz="975" b="1">
                <a:solidFill>
                  <a:srgbClr val="858A93"/>
                </a:solidFill>
                <a:latin typeface="Arial"/>
                <a:ea typeface="Arial"/>
                <a:cs typeface="Arial"/>
              </a:defRPr>
            </a:lvl9pPr>
          </a:lstStyle>
          <a:p xmlns:a="http://schemas.openxmlformats.org/drawingml/2006/main">
            <a:pPr algn="l">
              <a:defRPr sz="975" b="1">
                <a:solidFill>
                  <a:srgbClr val="858A93"/>
                </a:solidFill>
                <a:latin typeface="Arial"/>
                <a:ea typeface="Arial"/>
                <a:cs typeface="Arial"/>
              </a:defRPr>
            </a:pPr>
            <a:r>
              <a:rPr sz="975" b="1">
                <a:solidFill>
                  <a:srgbClr val="858A93"/>
                </a:solidFill>
                <a:latin typeface="Arial"/>
                <a:ea typeface="Arial"/>
                <a:cs typeface="Arial"/>
              </a:rPr>
              <a:t>CODEBURNER  ·  DEVS09</a:t>
            </a:r>
          </a:p>
        </p:txBody>
      </p:sp>
      <p:sp>
        <p:nvSpPr>
          <p:cNvPr id="7" name="shape-220">
            <a:extLst xmlns:a="http://schemas.openxmlformats.org/drawingml/2006/main">
              <a:ext uri="{FF2B5EF4-FFF2-40B4-BE49-F238E27FC236}">
                <a16:creationId xmlns:a16="http://schemas.microsoft.com/office/drawing/2014/main" id="{B95C5208-D01E-4609-AAF9-FAAAE63DC8B5}"/>
              </a:ext>
            </a:extLst>
          </p:cNvPr>
          <p:cNvSpPr>
            <a:spLocks xmlns:a="http://schemas.openxmlformats.org/drawingml/2006/main" noGrp="1"/>
          </p:cNvSpPr>
          <p:nvPr/>
        </p:nvSpPr>
        <p:spPr>
          <a:xfrm xmlns:a="http://schemas.openxmlformats.org/drawingml/2006/main">
            <a:off x="106680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858A93"/>
                </a:solidFill>
                <a:latin typeface="Arial"/>
                <a:ea typeface="Arial"/>
                <a:cs typeface="Arial"/>
              </a:defRPr>
            </a:defPPr>
            <a:lvl1pPr algn="r">
              <a:defRPr sz="975" b="1">
                <a:solidFill>
                  <a:srgbClr val="858A93"/>
                </a:solidFill>
                <a:latin typeface="Arial"/>
                <a:ea typeface="Arial"/>
                <a:cs typeface="Arial"/>
              </a:defRPr>
            </a:lvl1pPr>
            <a:lvl2pPr algn="r">
              <a:defRPr sz="975" b="1">
                <a:solidFill>
                  <a:srgbClr val="858A93"/>
                </a:solidFill>
                <a:latin typeface="Arial"/>
                <a:ea typeface="Arial"/>
                <a:cs typeface="Arial"/>
              </a:defRPr>
            </a:lvl2pPr>
            <a:lvl3pPr algn="r">
              <a:defRPr sz="975" b="1">
                <a:solidFill>
                  <a:srgbClr val="858A93"/>
                </a:solidFill>
                <a:latin typeface="Arial"/>
                <a:ea typeface="Arial"/>
                <a:cs typeface="Arial"/>
              </a:defRPr>
            </a:lvl3pPr>
            <a:lvl4pPr algn="r">
              <a:defRPr sz="975" b="1">
                <a:solidFill>
                  <a:srgbClr val="858A93"/>
                </a:solidFill>
                <a:latin typeface="Arial"/>
                <a:ea typeface="Arial"/>
                <a:cs typeface="Arial"/>
              </a:defRPr>
            </a:lvl4pPr>
            <a:lvl5pPr algn="r">
              <a:defRPr sz="975" b="1">
                <a:solidFill>
                  <a:srgbClr val="858A93"/>
                </a:solidFill>
                <a:latin typeface="Arial"/>
                <a:ea typeface="Arial"/>
                <a:cs typeface="Arial"/>
              </a:defRPr>
            </a:lvl5pPr>
            <a:lvl6pPr algn="r">
              <a:defRPr sz="975" b="1">
                <a:solidFill>
                  <a:srgbClr val="858A93"/>
                </a:solidFill>
                <a:latin typeface="Arial"/>
                <a:ea typeface="Arial"/>
                <a:cs typeface="Arial"/>
              </a:defRPr>
            </a:lvl6pPr>
            <a:lvl7pPr algn="r">
              <a:defRPr sz="975" b="1">
                <a:solidFill>
                  <a:srgbClr val="858A93"/>
                </a:solidFill>
                <a:latin typeface="Arial"/>
                <a:ea typeface="Arial"/>
                <a:cs typeface="Arial"/>
              </a:defRPr>
            </a:lvl7pPr>
            <a:lvl8pPr algn="r">
              <a:defRPr sz="975" b="1">
                <a:solidFill>
                  <a:srgbClr val="858A93"/>
                </a:solidFill>
                <a:latin typeface="Arial"/>
                <a:ea typeface="Arial"/>
                <a:cs typeface="Arial"/>
              </a:defRPr>
            </a:lvl8pPr>
            <a:lvl9pPr algn="r">
              <a:defRPr sz="975" b="1">
                <a:solidFill>
                  <a:srgbClr val="858A93"/>
                </a:solidFill>
                <a:latin typeface="Arial"/>
                <a:ea typeface="Arial"/>
                <a:cs typeface="Arial"/>
              </a:defRPr>
            </a:lvl9pPr>
          </a:lstStyle>
          <a:p xmlns:a="http://schemas.openxmlformats.org/drawingml/2006/main">
            <a:pPr algn="r">
              <a:defRPr sz="975" b="1">
                <a:solidFill>
                  <a:srgbClr val="858A93"/>
                </a:solidFill>
                <a:latin typeface="Arial"/>
                <a:ea typeface="Arial"/>
                <a:cs typeface="Arial"/>
              </a:defRPr>
            </a:pPr>
            <a:r>
              <a:rPr sz="975" b="1">
                <a:solidFill>
                  <a:srgbClr val="858A93"/>
                </a:solidFill>
                <a:latin typeface="Arial"/>
                <a:ea typeface="Arial"/>
                <a:cs typeface="Arial"/>
              </a:rPr>
              <a:t>07  /  07</a:t>
            </a:r>
          </a:p>
        </p:txBody>
      </p:sp>
      <p:sp>
        <p:nvSpPr>
          <p:cNvPr id="8" name="shape-221">
            <a:extLst xmlns:a="http://schemas.openxmlformats.org/drawingml/2006/main">
              <a:ext uri="{FF2B5EF4-FFF2-40B4-BE49-F238E27FC236}">
                <a16:creationId xmlns:a16="http://schemas.microsoft.com/office/drawing/2014/main" id="{54069483-F878-4712-B764-5257E0ACABDF}"/>
              </a:ext>
            </a:extLst>
          </p:cNvPr>
          <p:cNvSpPr>
            <a:spLocks xmlns:a="http://schemas.openxmlformats.org/drawingml/2006/main" noGrp="1"/>
          </p:cNvSpPr>
          <p:nvPr/>
        </p:nvSpPr>
        <p:spPr>
          <a:xfrm xmlns:a="http://schemas.openxmlformats.org/drawingml/2006/main">
            <a:off x="685800" y="1752600"/>
            <a:ext cx="10820400" cy="381000"/>
          </a:xfrm>
          <a:prstGeom xmlns:a="http://schemas.openxmlformats.org/drawingml/2006/main" prst="roundRect">
            <a:avLst>
              <a:gd name="adj" fmla="val 12500"/>
            </a:avLst>
          </a:prstGeom>
          <a:solidFill xmlns:a="http://schemas.openxmlformats.org/drawingml/2006/main">
            <a:srgbClr val="1B1E23"/>
          </a:solidFill>
          <a:ln xmlns:a="http://schemas.openxmlformats.org/drawingml/2006/main" w="9525">
            <a:solidFill>
              <a:srgbClr val="34373D"/>
            </a:solidFill>
            <a:prstDash val="solid"/>
          </a:ln>
        </p:spPr>
      </p:sp>
      <p:sp>
        <p:nvSpPr>
          <p:cNvPr id="9" name="shape-222">
            <a:extLst xmlns:a="http://schemas.openxmlformats.org/drawingml/2006/main">
              <a:ext uri="{FF2B5EF4-FFF2-40B4-BE49-F238E27FC236}">
                <a16:creationId xmlns:a16="http://schemas.microsoft.com/office/drawing/2014/main" id="{5E4F3505-5E2A-46C4-A36D-B0EFA132FE13}"/>
              </a:ext>
            </a:extLst>
          </p:cNvPr>
          <p:cNvSpPr>
            <a:spLocks xmlns:a="http://schemas.openxmlformats.org/drawingml/2006/main" noGrp="1"/>
          </p:cNvSpPr>
          <p:nvPr/>
        </p:nvSpPr>
        <p:spPr>
          <a:xfrm xmlns:a="http://schemas.openxmlformats.org/drawingml/2006/main">
            <a:off x="838200" y="1866900"/>
            <a:ext cx="1809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3474E"/>
                </a:solidFill>
                <a:latin typeface="Arial"/>
                <a:ea typeface="Arial"/>
                <a:cs typeface="Arial"/>
              </a:defRPr>
            </a:defPPr>
            <a:lvl1pPr algn="l">
              <a:defRPr sz="975" b="1">
                <a:solidFill>
                  <a:srgbClr val="E3474E"/>
                </a:solidFill>
                <a:latin typeface="Arial"/>
                <a:ea typeface="Arial"/>
                <a:cs typeface="Arial"/>
              </a:defRPr>
            </a:lvl1pPr>
            <a:lvl2pPr algn="l">
              <a:defRPr sz="975" b="1">
                <a:solidFill>
                  <a:srgbClr val="E3474E"/>
                </a:solidFill>
                <a:latin typeface="Arial"/>
                <a:ea typeface="Arial"/>
                <a:cs typeface="Arial"/>
              </a:defRPr>
            </a:lvl2pPr>
            <a:lvl3pPr algn="l">
              <a:defRPr sz="975" b="1">
                <a:solidFill>
                  <a:srgbClr val="E3474E"/>
                </a:solidFill>
                <a:latin typeface="Arial"/>
                <a:ea typeface="Arial"/>
                <a:cs typeface="Arial"/>
              </a:defRPr>
            </a:lvl3pPr>
            <a:lvl4pPr algn="l">
              <a:defRPr sz="975" b="1">
                <a:solidFill>
                  <a:srgbClr val="E3474E"/>
                </a:solidFill>
                <a:latin typeface="Arial"/>
                <a:ea typeface="Arial"/>
                <a:cs typeface="Arial"/>
              </a:defRPr>
            </a:lvl4pPr>
            <a:lvl5pPr algn="l">
              <a:defRPr sz="975" b="1">
                <a:solidFill>
                  <a:srgbClr val="E3474E"/>
                </a:solidFill>
                <a:latin typeface="Arial"/>
                <a:ea typeface="Arial"/>
                <a:cs typeface="Arial"/>
              </a:defRPr>
            </a:lvl5pPr>
            <a:lvl6pPr algn="l">
              <a:defRPr sz="975" b="1">
                <a:solidFill>
                  <a:srgbClr val="E3474E"/>
                </a:solidFill>
                <a:latin typeface="Arial"/>
                <a:ea typeface="Arial"/>
                <a:cs typeface="Arial"/>
              </a:defRPr>
            </a:lvl6pPr>
            <a:lvl7pPr algn="l">
              <a:defRPr sz="975" b="1">
                <a:solidFill>
                  <a:srgbClr val="E3474E"/>
                </a:solidFill>
                <a:latin typeface="Arial"/>
                <a:ea typeface="Arial"/>
                <a:cs typeface="Arial"/>
              </a:defRPr>
            </a:lvl7pPr>
            <a:lvl8pPr algn="l">
              <a:defRPr sz="975" b="1">
                <a:solidFill>
                  <a:srgbClr val="E3474E"/>
                </a:solidFill>
                <a:latin typeface="Arial"/>
                <a:ea typeface="Arial"/>
                <a:cs typeface="Arial"/>
              </a:defRPr>
            </a:lvl8pPr>
            <a:lvl9pPr algn="l">
              <a:defRPr sz="975" b="1">
                <a:solidFill>
                  <a:srgbClr val="E3474E"/>
                </a:solidFill>
                <a:latin typeface="Arial"/>
                <a:ea typeface="Arial"/>
                <a:cs typeface="Arial"/>
              </a:defRPr>
            </a:lvl9pPr>
          </a:lstStyle>
          <a:p xmlns:a="http://schemas.openxmlformats.org/drawingml/2006/main">
            <a:pPr algn="l">
              <a:defRPr sz="975" b="1">
                <a:solidFill>
                  <a:srgbClr val="E3474E"/>
                </a:solidFill>
                <a:latin typeface="Arial"/>
                <a:ea typeface="Arial"/>
                <a:cs typeface="Arial"/>
              </a:defRPr>
            </a:pPr>
            <a:r>
              <a:rPr sz="975" b="1">
                <a:solidFill>
                  <a:srgbClr val="E3474E"/>
                </a:solidFill>
                <a:latin typeface="Arial"/>
                <a:ea typeface="Arial"/>
                <a:cs typeface="Arial"/>
              </a:rPr>
              <a:t>STRETCH GOAL</a:t>
            </a:r>
          </a:p>
        </p:txBody>
      </p:sp>
      <p:sp>
        <p:nvSpPr>
          <p:cNvPr id="10" name="shape-223">
            <a:extLst xmlns:a="http://schemas.openxmlformats.org/drawingml/2006/main">
              <a:ext uri="{FF2B5EF4-FFF2-40B4-BE49-F238E27FC236}">
                <a16:creationId xmlns:a16="http://schemas.microsoft.com/office/drawing/2014/main" id="{CAB01110-158D-4AED-B6B5-E4AC048FEDE0}"/>
              </a:ext>
            </a:extLst>
          </p:cNvPr>
          <p:cNvSpPr>
            <a:spLocks xmlns:a="http://schemas.openxmlformats.org/drawingml/2006/main" noGrp="1"/>
          </p:cNvSpPr>
          <p:nvPr/>
        </p:nvSpPr>
        <p:spPr>
          <a:xfrm xmlns:a="http://schemas.openxmlformats.org/drawingml/2006/main">
            <a:off x="3009900" y="1866900"/>
            <a:ext cx="4095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3474E"/>
                </a:solidFill>
                <a:latin typeface="Arial"/>
                <a:ea typeface="Arial"/>
                <a:cs typeface="Arial"/>
              </a:defRPr>
            </a:defPPr>
            <a:lvl1pPr algn="l">
              <a:defRPr sz="975" b="1">
                <a:solidFill>
                  <a:srgbClr val="E3474E"/>
                </a:solidFill>
                <a:latin typeface="Arial"/>
                <a:ea typeface="Arial"/>
                <a:cs typeface="Arial"/>
              </a:defRPr>
            </a:lvl1pPr>
            <a:lvl2pPr algn="l">
              <a:defRPr sz="975" b="1">
                <a:solidFill>
                  <a:srgbClr val="E3474E"/>
                </a:solidFill>
                <a:latin typeface="Arial"/>
                <a:ea typeface="Arial"/>
                <a:cs typeface="Arial"/>
              </a:defRPr>
            </a:lvl2pPr>
            <a:lvl3pPr algn="l">
              <a:defRPr sz="975" b="1">
                <a:solidFill>
                  <a:srgbClr val="E3474E"/>
                </a:solidFill>
                <a:latin typeface="Arial"/>
                <a:ea typeface="Arial"/>
                <a:cs typeface="Arial"/>
              </a:defRPr>
            </a:lvl3pPr>
            <a:lvl4pPr algn="l">
              <a:defRPr sz="975" b="1">
                <a:solidFill>
                  <a:srgbClr val="E3474E"/>
                </a:solidFill>
                <a:latin typeface="Arial"/>
                <a:ea typeface="Arial"/>
                <a:cs typeface="Arial"/>
              </a:defRPr>
            </a:lvl4pPr>
            <a:lvl5pPr algn="l">
              <a:defRPr sz="975" b="1">
                <a:solidFill>
                  <a:srgbClr val="E3474E"/>
                </a:solidFill>
                <a:latin typeface="Arial"/>
                <a:ea typeface="Arial"/>
                <a:cs typeface="Arial"/>
              </a:defRPr>
            </a:lvl5pPr>
            <a:lvl6pPr algn="l">
              <a:defRPr sz="975" b="1">
                <a:solidFill>
                  <a:srgbClr val="E3474E"/>
                </a:solidFill>
                <a:latin typeface="Arial"/>
                <a:ea typeface="Arial"/>
                <a:cs typeface="Arial"/>
              </a:defRPr>
            </a:lvl6pPr>
            <a:lvl7pPr algn="l">
              <a:defRPr sz="975" b="1">
                <a:solidFill>
                  <a:srgbClr val="E3474E"/>
                </a:solidFill>
                <a:latin typeface="Arial"/>
                <a:ea typeface="Arial"/>
                <a:cs typeface="Arial"/>
              </a:defRPr>
            </a:lvl7pPr>
            <a:lvl8pPr algn="l">
              <a:defRPr sz="975" b="1">
                <a:solidFill>
                  <a:srgbClr val="E3474E"/>
                </a:solidFill>
                <a:latin typeface="Arial"/>
                <a:ea typeface="Arial"/>
                <a:cs typeface="Arial"/>
              </a:defRPr>
            </a:lvl8pPr>
            <a:lvl9pPr algn="l">
              <a:defRPr sz="975" b="1">
                <a:solidFill>
                  <a:srgbClr val="E3474E"/>
                </a:solidFill>
                <a:latin typeface="Arial"/>
                <a:ea typeface="Arial"/>
                <a:cs typeface="Arial"/>
              </a:defRPr>
            </a:lvl9pPr>
          </a:lstStyle>
          <a:p xmlns:a="http://schemas.openxmlformats.org/drawingml/2006/main">
            <a:pPr algn="l">
              <a:defRPr sz="975" b="1">
                <a:solidFill>
                  <a:srgbClr val="E3474E"/>
                </a:solidFill>
                <a:latin typeface="Arial"/>
                <a:ea typeface="Arial"/>
                <a:cs typeface="Arial"/>
              </a:defRPr>
            </a:pPr>
            <a:r>
              <a:rPr sz="975" b="1">
                <a:solidFill>
                  <a:srgbClr val="E3474E"/>
                </a:solidFill>
                <a:latin typeface="Arial"/>
                <a:ea typeface="Arial"/>
                <a:cs typeface="Arial"/>
              </a:rPr>
              <a:t>VERIFIED STATUS</a:t>
            </a:r>
          </a:p>
        </p:txBody>
      </p:sp>
      <p:sp>
        <p:nvSpPr>
          <p:cNvPr id="11" name="shape-224">
            <a:extLst xmlns:a="http://schemas.openxmlformats.org/drawingml/2006/main">
              <a:ext uri="{FF2B5EF4-FFF2-40B4-BE49-F238E27FC236}">
                <a16:creationId xmlns:a16="http://schemas.microsoft.com/office/drawing/2014/main" id="{D9DD4B4E-6743-4BF2-A45F-7E79971D710D}"/>
              </a:ext>
            </a:extLst>
          </p:cNvPr>
          <p:cNvSpPr>
            <a:spLocks xmlns:a="http://schemas.openxmlformats.org/drawingml/2006/main" noGrp="1"/>
          </p:cNvSpPr>
          <p:nvPr/>
        </p:nvSpPr>
        <p:spPr>
          <a:xfrm xmlns:a="http://schemas.openxmlformats.org/drawingml/2006/main">
            <a:off x="7581900" y="1866900"/>
            <a:ext cx="3714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3474E"/>
                </a:solidFill>
                <a:latin typeface="Arial"/>
                <a:ea typeface="Arial"/>
                <a:cs typeface="Arial"/>
              </a:defRPr>
            </a:defPPr>
            <a:lvl1pPr algn="l">
              <a:defRPr sz="975" b="1">
                <a:solidFill>
                  <a:srgbClr val="E3474E"/>
                </a:solidFill>
                <a:latin typeface="Arial"/>
                <a:ea typeface="Arial"/>
                <a:cs typeface="Arial"/>
              </a:defRPr>
            </a:lvl1pPr>
            <a:lvl2pPr algn="l">
              <a:defRPr sz="975" b="1">
                <a:solidFill>
                  <a:srgbClr val="E3474E"/>
                </a:solidFill>
                <a:latin typeface="Arial"/>
                <a:ea typeface="Arial"/>
                <a:cs typeface="Arial"/>
              </a:defRPr>
            </a:lvl2pPr>
            <a:lvl3pPr algn="l">
              <a:defRPr sz="975" b="1">
                <a:solidFill>
                  <a:srgbClr val="E3474E"/>
                </a:solidFill>
                <a:latin typeface="Arial"/>
                <a:ea typeface="Arial"/>
                <a:cs typeface="Arial"/>
              </a:defRPr>
            </a:lvl3pPr>
            <a:lvl4pPr algn="l">
              <a:defRPr sz="975" b="1">
                <a:solidFill>
                  <a:srgbClr val="E3474E"/>
                </a:solidFill>
                <a:latin typeface="Arial"/>
                <a:ea typeface="Arial"/>
                <a:cs typeface="Arial"/>
              </a:defRPr>
            </a:lvl4pPr>
            <a:lvl5pPr algn="l">
              <a:defRPr sz="975" b="1">
                <a:solidFill>
                  <a:srgbClr val="E3474E"/>
                </a:solidFill>
                <a:latin typeface="Arial"/>
                <a:ea typeface="Arial"/>
                <a:cs typeface="Arial"/>
              </a:defRPr>
            </a:lvl5pPr>
            <a:lvl6pPr algn="l">
              <a:defRPr sz="975" b="1">
                <a:solidFill>
                  <a:srgbClr val="E3474E"/>
                </a:solidFill>
                <a:latin typeface="Arial"/>
                <a:ea typeface="Arial"/>
                <a:cs typeface="Arial"/>
              </a:defRPr>
            </a:lvl6pPr>
            <a:lvl7pPr algn="l">
              <a:defRPr sz="975" b="1">
                <a:solidFill>
                  <a:srgbClr val="E3474E"/>
                </a:solidFill>
                <a:latin typeface="Arial"/>
                <a:ea typeface="Arial"/>
                <a:cs typeface="Arial"/>
              </a:defRPr>
            </a:lvl7pPr>
            <a:lvl8pPr algn="l">
              <a:defRPr sz="975" b="1">
                <a:solidFill>
                  <a:srgbClr val="E3474E"/>
                </a:solidFill>
                <a:latin typeface="Arial"/>
                <a:ea typeface="Arial"/>
                <a:cs typeface="Arial"/>
              </a:defRPr>
            </a:lvl8pPr>
            <a:lvl9pPr algn="l">
              <a:defRPr sz="975" b="1">
                <a:solidFill>
                  <a:srgbClr val="E3474E"/>
                </a:solidFill>
                <a:latin typeface="Arial"/>
                <a:ea typeface="Arial"/>
                <a:cs typeface="Arial"/>
              </a:defRPr>
            </a:lvl9pPr>
          </a:lstStyle>
          <a:p xmlns:a="http://schemas.openxmlformats.org/drawingml/2006/main">
            <a:pPr algn="l">
              <a:defRPr sz="975" b="1">
                <a:solidFill>
                  <a:srgbClr val="E3474E"/>
                </a:solidFill>
                <a:latin typeface="Arial"/>
                <a:ea typeface="Arial"/>
                <a:cs typeface="Arial"/>
              </a:defRPr>
            </a:pPr>
            <a:r>
              <a:rPr sz="975" b="1">
                <a:solidFill>
                  <a:srgbClr val="E3474E"/>
                </a:solidFill>
                <a:latin typeface="Arial"/>
                <a:ea typeface="Arial"/>
                <a:cs typeface="Arial"/>
              </a:rPr>
              <a:t>NEXT ACCEPTANCE CHECK</a:t>
            </a:r>
          </a:p>
        </p:txBody>
      </p:sp>
      <p:sp>
        <p:nvSpPr>
          <p:cNvPr id="12" name="shape-225">
            <a:extLst xmlns:a="http://schemas.openxmlformats.org/drawingml/2006/main">
              <a:ext uri="{FF2B5EF4-FFF2-40B4-BE49-F238E27FC236}">
                <a16:creationId xmlns:a16="http://schemas.microsoft.com/office/drawing/2014/main" id="{146B8895-A9EF-4C4B-8DE1-43B3B464E741}"/>
              </a:ext>
            </a:extLst>
          </p:cNvPr>
          <p:cNvSpPr>
            <a:spLocks xmlns:a="http://schemas.openxmlformats.org/drawingml/2006/main" noGrp="1"/>
          </p:cNvSpPr>
          <p:nvPr/>
        </p:nvSpPr>
        <p:spPr>
          <a:xfrm xmlns:a="http://schemas.openxmlformats.org/drawingml/2006/main">
            <a:off x="685800" y="2133600"/>
            <a:ext cx="10820400" cy="609600"/>
          </a:xfrm>
          <a:prstGeom xmlns:a="http://schemas.openxmlformats.org/drawingml/2006/main" prst="rect">
            <a:avLst/>
          </a:prstGeom>
          <a:solidFill xmlns:a="http://schemas.openxmlformats.org/drawingml/2006/main">
            <a:srgbClr val="14161A"/>
          </a:solidFill>
          <a:ln xmlns:a="http://schemas.openxmlformats.org/drawingml/2006/main" w="0">
            <a:noFill/>
            <a:prstDash val="solid"/>
          </a:ln>
        </p:spPr>
      </p:sp>
      <p:sp>
        <p:nvSpPr>
          <p:cNvPr id="13" name="shape-226">
            <a:extLst xmlns:a="http://schemas.openxmlformats.org/drawingml/2006/main">
              <a:ext uri="{FF2B5EF4-FFF2-40B4-BE49-F238E27FC236}">
                <a16:creationId xmlns:a16="http://schemas.microsoft.com/office/drawing/2014/main" id="{F7F9EB31-002E-4E12-82A1-A3E101A7D330}"/>
              </a:ext>
            </a:extLst>
          </p:cNvPr>
          <p:cNvSpPr>
            <a:spLocks xmlns:a="http://schemas.openxmlformats.org/drawingml/2006/main" noGrp="1"/>
          </p:cNvSpPr>
          <p:nvPr/>
        </p:nvSpPr>
        <p:spPr>
          <a:xfrm xmlns:a="http://schemas.openxmlformats.org/drawingml/2006/main">
            <a:off x="838200" y="2257425"/>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F2F0"/>
                </a:solidFill>
                <a:latin typeface="Arial"/>
                <a:ea typeface="Arial"/>
                <a:cs typeface="Arial"/>
              </a:defRPr>
            </a:defPPr>
            <a:lvl1pPr algn="l">
              <a:defRPr sz="1200" b="1">
                <a:solidFill>
                  <a:srgbClr val="F5F2F0"/>
                </a:solidFill>
                <a:latin typeface="Arial"/>
                <a:ea typeface="Arial"/>
                <a:cs typeface="Arial"/>
              </a:defRPr>
            </a:lvl1pPr>
            <a:lvl2pPr algn="l">
              <a:defRPr sz="1200" b="1">
                <a:solidFill>
                  <a:srgbClr val="F5F2F0"/>
                </a:solidFill>
                <a:latin typeface="Arial"/>
                <a:ea typeface="Arial"/>
                <a:cs typeface="Arial"/>
              </a:defRPr>
            </a:lvl2pPr>
            <a:lvl3pPr algn="l">
              <a:defRPr sz="1200" b="1">
                <a:solidFill>
                  <a:srgbClr val="F5F2F0"/>
                </a:solidFill>
                <a:latin typeface="Arial"/>
                <a:ea typeface="Arial"/>
                <a:cs typeface="Arial"/>
              </a:defRPr>
            </a:lvl3pPr>
            <a:lvl4pPr algn="l">
              <a:defRPr sz="1200" b="1">
                <a:solidFill>
                  <a:srgbClr val="F5F2F0"/>
                </a:solidFill>
                <a:latin typeface="Arial"/>
                <a:ea typeface="Arial"/>
                <a:cs typeface="Arial"/>
              </a:defRPr>
            </a:lvl4pPr>
            <a:lvl5pPr algn="l">
              <a:defRPr sz="1200" b="1">
                <a:solidFill>
                  <a:srgbClr val="F5F2F0"/>
                </a:solidFill>
                <a:latin typeface="Arial"/>
                <a:ea typeface="Arial"/>
                <a:cs typeface="Arial"/>
              </a:defRPr>
            </a:lvl5pPr>
            <a:lvl6pPr algn="l">
              <a:defRPr sz="1200" b="1">
                <a:solidFill>
                  <a:srgbClr val="F5F2F0"/>
                </a:solidFill>
                <a:latin typeface="Arial"/>
                <a:ea typeface="Arial"/>
                <a:cs typeface="Arial"/>
              </a:defRPr>
            </a:lvl6pPr>
            <a:lvl7pPr algn="l">
              <a:defRPr sz="1200" b="1">
                <a:solidFill>
                  <a:srgbClr val="F5F2F0"/>
                </a:solidFill>
                <a:latin typeface="Arial"/>
                <a:ea typeface="Arial"/>
                <a:cs typeface="Arial"/>
              </a:defRPr>
            </a:lvl7pPr>
            <a:lvl8pPr algn="l">
              <a:defRPr sz="1200" b="1">
                <a:solidFill>
                  <a:srgbClr val="F5F2F0"/>
                </a:solidFill>
                <a:latin typeface="Arial"/>
                <a:ea typeface="Arial"/>
                <a:cs typeface="Arial"/>
              </a:defRPr>
            </a:lvl8pPr>
            <a:lvl9pPr algn="l">
              <a:defRPr sz="1200" b="1">
                <a:solidFill>
                  <a:srgbClr val="F5F2F0"/>
                </a:solidFill>
                <a:latin typeface="Arial"/>
                <a:ea typeface="Arial"/>
                <a:cs typeface="Arial"/>
              </a:defRPr>
            </a:lvl9pPr>
          </a:lstStyle>
          <a:p xmlns:a="http://schemas.openxmlformats.org/drawingml/2006/main">
            <a:pPr algn="l">
              <a:defRPr sz="1200" b="1">
                <a:solidFill>
                  <a:srgbClr val="F5F2F0"/>
                </a:solidFill>
                <a:latin typeface="Arial"/>
                <a:ea typeface="Arial"/>
                <a:cs typeface="Arial"/>
              </a:defRPr>
            </a:pPr>
            <a:r>
              <a:rPr sz="1200" b="1">
                <a:solidFill>
                  <a:srgbClr val="F5F2F0"/>
                </a:solidFill>
                <a:latin typeface="Arial"/>
                <a:ea typeface="Arial"/>
                <a:cs typeface="Arial"/>
              </a:rPr>
              <a:t>Missed-dose patterns</a:t>
            </a:r>
          </a:p>
        </p:txBody>
      </p:sp>
      <p:sp>
        <p:nvSpPr>
          <p:cNvPr id="14" name="shape-227">
            <a:extLst xmlns:a="http://schemas.openxmlformats.org/drawingml/2006/main">
              <a:ext uri="{FF2B5EF4-FFF2-40B4-BE49-F238E27FC236}">
                <a16:creationId xmlns:a16="http://schemas.microsoft.com/office/drawing/2014/main" id="{8016C748-DEA4-4BD2-B3BB-E0ADF00D4154}"/>
              </a:ext>
            </a:extLst>
          </p:cNvPr>
          <p:cNvSpPr>
            <a:spLocks xmlns:a="http://schemas.openxmlformats.org/drawingml/2006/main" noGrp="1"/>
          </p:cNvSpPr>
          <p:nvPr/>
        </p:nvSpPr>
        <p:spPr>
          <a:xfrm xmlns:a="http://schemas.openxmlformats.org/drawingml/2006/main">
            <a:off x="3009900" y="2228850"/>
            <a:ext cx="421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Sequence and timing flags exist. No medication-interaction checker or treatment advice.</a:t>
            </a:r>
          </a:p>
        </p:txBody>
      </p:sp>
      <p:sp>
        <p:nvSpPr>
          <p:cNvPr id="15" name="shape-228">
            <a:extLst xmlns:a="http://schemas.openxmlformats.org/drawingml/2006/main">
              <a:ext uri="{FF2B5EF4-FFF2-40B4-BE49-F238E27FC236}">
                <a16:creationId xmlns:a16="http://schemas.microsoft.com/office/drawing/2014/main" id="{03A479B3-1DA1-494F-A992-BEE4423AAEE4}"/>
              </a:ext>
            </a:extLst>
          </p:cNvPr>
          <p:cNvSpPr>
            <a:spLocks xmlns:a="http://schemas.openxmlformats.org/drawingml/2006/main" noGrp="1"/>
          </p:cNvSpPr>
          <p:nvPr/>
        </p:nvSpPr>
        <p:spPr>
          <a:xfrm xmlns:a="http://schemas.openxmlformats.org/drawingml/2006/main">
            <a:off x="7581900" y="2228850"/>
            <a:ext cx="3867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Review flagged sequences against complete, human-checked dose schedules.</a:t>
            </a:r>
          </a:p>
        </p:txBody>
      </p:sp>
      <p:sp>
        <p:nvSpPr>
          <p:cNvPr id="16" name="shape-229">
            <a:extLst xmlns:a="http://schemas.openxmlformats.org/drawingml/2006/main">
              <a:ext uri="{FF2B5EF4-FFF2-40B4-BE49-F238E27FC236}">
                <a16:creationId xmlns:a16="http://schemas.microsoft.com/office/drawing/2014/main" id="{6B346B69-134F-4CC2-A5A3-08347DE6FCDB}"/>
              </a:ext>
            </a:extLst>
          </p:cNvPr>
          <p:cNvSpPr>
            <a:spLocks xmlns:a="http://schemas.openxmlformats.org/drawingml/2006/main" noGrp="1"/>
          </p:cNvSpPr>
          <p:nvPr/>
        </p:nvSpPr>
        <p:spPr>
          <a:xfrm xmlns:a="http://schemas.openxmlformats.org/drawingml/2006/main">
            <a:off x="685800" y="2733675"/>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17" name="shape-230">
            <a:extLst xmlns:a="http://schemas.openxmlformats.org/drawingml/2006/main">
              <a:ext uri="{FF2B5EF4-FFF2-40B4-BE49-F238E27FC236}">
                <a16:creationId xmlns:a16="http://schemas.microsoft.com/office/drawing/2014/main" id="{E9B515DF-F98E-4254-95A5-C3B16EBDDEC8}"/>
              </a:ext>
            </a:extLst>
          </p:cNvPr>
          <p:cNvSpPr>
            <a:spLocks xmlns:a="http://schemas.openxmlformats.org/drawingml/2006/main" noGrp="1"/>
          </p:cNvSpPr>
          <p:nvPr/>
        </p:nvSpPr>
        <p:spPr>
          <a:xfrm xmlns:a="http://schemas.openxmlformats.org/drawingml/2006/main">
            <a:off x="838200" y="2867025"/>
            <a:ext cx="1809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F2F0"/>
                </a:solidFill>
                <a:latin typeface="Arial"/>
                <a:ea typeface="Arial"/>
                <a:cs typeface="Arial"/>
              </a:defRPr>
            </a:defPPr>
            <a:lvl1pPr algn="l">
              <a:defRPr sz="1200" b="1">
                <a:solidFill>
                  <a:srgbClr val="F5F2F0"/>
                </a:solidFill>
                <a:latin typeface="Arial"/>
                <a:ea typeface="Arial"/>
                <a:cs typeface="Arial"/>
              </a:defRPr>
            </a:lvl1pPr>
            <a:lvl2pPr algn="l">
              <a:defRPr sz="1200" b="1">
                <a:solidFill>
                  <a:srgbClr val="F5F2F0"/>
                </a:solidFill>
                <a:latin typeface="Arial"/>
                <a:ea typeface="Arial"/>
                <a:cs typeface="Arial"/>
              </a:defRPr>
            </a:lvl2pPr>
            <a:lvl3pPr algn="l">
              <a:defRPr sz="1200" b="1">
                <a:solidFill>
                  <a:srgbClr val="F5F2F0"/>
                </a:solidFill>
                <a:latin typeface="Arial"/>
                <a:ea typeface="Arial"/>
                <a:cs typeface="Arial"/>
              </a:defRPr>
            </a:lvl3pPr>
            <a:lvl4pPr algn="l">
              <a:defRPr sz="1200" b="1">
                <a:solidFill>
                  <a:srgbClr val="F5F2F0"/>
                </a:solidFill>
                <a:latin typeface="Arial"/>
                <a:ea typeface="Arial"/>
                <a:cs typeface="Arial"/>
              </a:defRPr>
            </a:lvl4pPr>
            <a:lvl5pPr algn="l">
              <a:defRPr sz="1200" b="1">
                <a:solidFill>
                  <a:srgbClr val="F5F2F0"/>
                </a:solidFill>
                <a:latin typeface="Arial"/>
                <a:ea typeface="Arial"/>
                <a:cs typeface="Arial"/>
              </a:defRPr>
            </a:lvl5pPr>
            <a:lvl6pPr algn="l">
              <a:defRPr sz="1200" b="1">
                <a:solidFill>
                  <a:srgbClr val="F5F2F0"/>
                </a:solidFill>
                <a:latin typeface="Arial"/>
                <a:ea typeface="Arial"/>
                <a:cs typeface="Arial"/>
              </a:defRPr>
            </a:lvl6pPr>
            <a:lvl7pPr algn="l">
              <a:defRPr sz="1200" b="1">
                <a:solidFill>
                  <a:srgbClr val="F5F2F0"/>
                </a:solidFill>
                <a:latin typeface="Arial"/>
                <a:ea typeface="Arial"/>
                <a:cs typeface="Arial"/>
              </a:defRPr>
            </a:lvl7pPr>
            <a:lvl8pPr algn="l">
              <a:defRPr sz="1200" b="1">
                <a:solidFill>
                  <a:srgbClr val="F5F2F0"/>
                </a:solidFill>
                <a:latin typeface="Arial"/>
                <a:ea typeface="Arial"/>
                <a:cs typeface="Arial"/>
              </a:defRPr>
            </a:lvl8pPr>
            <a:lvl9pPr algn="l">
              <a:defRPr sz="1200" b="1">
                <a:solidFill>
                  <a:srgbClr val="F5F2F0"/>
                </a:solidFill>
                <a:latin typeface="Arial"/>
                <a:ea typeface="Arial"/>
                <a:cs typeface="Arial"/>
              </a:defRPr>
            </a:lvl9pPr>
          </a:lstStyle>
          <a:p xmlns:a="http://schemas.openxmlformats.org/drawingml/2006/main">
            <a:pPr algn="l">
              <a:defRPr sz="1200" b="1">
                <a:solidFill>
                  <a:srgbClr val="F5F2F0"/>
                </a:solidFill>
                <a:latin typeface="Arial"/>
                <a:ea typeface="Arial"/>
                <a:cs typeface="Arial"/>
              </a:defRPr>
            </a:pPr>
            <a:r>
              <a:rPr sz="1200" b="1">
                <a:solidFill>
                  <a:srgbClr val="F5F2F0"/>
                </a:solidFill>
                <a:latin typeface="Arial"/>
                <a:ea typeface="Arial"/>
                <a:cs typeface="Arial"/>
              </a:rPr>
              <a:t>AI Call Bot</a:t>
            </a:r>
          </a:p>
        </p:txBody>
      </p:sp>
      <p:sp>
        <p:nvSpPr>
          <p:cNvPr id="18" name="shape-231">
            <a:extLst xmlns:a="http://schemas.openxmlformats.org/drawingml/2006/main">
              <a:ext uri="{FF2B5EF4-FFF2-40B4-BE49-F238E27FC236}">
                <a16:creationId xmlns:a16="http://schemas.microsoft.com/office/drawing/2014/main" id="{663FAC04-38B3-4BCD-8A4D-36E3E18BC585}"/>
              </a:ext>
            </a:extLst>
          </p:cNvPr>
          <p:cNvSpPr>
            <a:spLocks xmlns:a="http://schemas.openxmlformats.org/drawingml/2006/main" noGrp="1"/>
          </p:cNvSpPr>
          <p:nvPr/>
        </p:nvSpPr>
        <p:spPr>
          <a:xfrm xmlns:a="http://schemas.openxmlformats.org/drawingml/2006/main">
            <a:off x="3009900" y="2838450"/>
            <a:ext cx="42100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Four-question Hindi/English flow and Linux/Asterisk/SIM bridge files are prepared. No Linux host or carrier call; Hindi phone-audio accuracy is unvalidated.</a:t>
            </a:r>
          </a:p>
        </p:txBody>
      </p:sp>
      <p:sp>
        <p:nvSpPr>
          <p:cNvPr id="19" name="shape-232">
            <a:extLst xmlns:a="http://schemas.openxmlformats.org/drawingml/2006/main">
              <a:ext uri="{FF2B5EF4-FFF2-40B4-BE49-F238E27FC236}">
                <a16:creationId xmlns:a16="http://schemas.microsoft.com/office/drawing/2014/main" id="{DFF64895-D132-49B7-A4E1-53FB59F7F42D}"/>
              </a:ext>
            </a:extLst>
          </p:cNvPr>
          <p:cNvSpPr>
            <a:spLocks xmlns:a="http://schemas.openxmlformats.org/drawingml/2006/main" noGrp="1"/>
          </p:cNvSpPr>
          <p:nvPr/>
        </p:nvSpPr>
        <p:spPr>
          <a:xfrm xmlns:a="http://schemas.openxmlformats.org/drawingml/2006/main">
            <a:off x="7581900" y="2838450"/>
            <a:ext cx="38671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Complete one consented answered call, check recording and callback, then review the transcript and care action.</a:t>
            </a:r>
          </a:p>
        </p:txBody>
      </p:sp>
      <p:sp>
        <p:nvSpPr>
          <p:cNvPr id="20" name="shape-233">
            <a:extLst xmlns:a="http://schemas.openxmlformats.org/drawingml/2006/main">
              <a:ext uri="{FF2B5EF4-FFF2-40B4-BE49-F238E27FC236}">
                <a16:creationId xmlns:a16="http://schemas.microsoft.com/office/drawing/2014/main" id="{27388EEB-2187-49FB-B224-7C84250EB16F}"/>
              </a:ext>
            </a:extLst>
          </p:cNvPr>
          <p:cNvSpPr>
            <a:spLocks xmlns:a="http://schemas.openxmlformats.org/drawingml/2006/main" noGrp="1"/>
          </p:cNvSpPr>
          <p:nvPr/>
        </p:nvSpPr>
        <p:spPr>
          <a:xfrm xmlns:a="http://schemas.openxmlformats.org/drawingml/2006/main">
            <a:off x="685800" y="35814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1" name="shape-234">
            <a:extLst xmlns:a="http://schemas.openxmlformats.org/drawingml/2006/main">
              <a:ext uri="{FF2B5EF4-FFF2-40B4-BE49-F238E27FC236}">
                <a16:creationId xmlns:a16="http://schemas.microsoft.com/office/drawing/2014/main" id="{2496E828-17AE-4EF6-ACEF-D382FF14C363}"/>
              </a:ext>
            </a:extLst>
          </p:cNvPr>
          <p:cNvSpPr>
            <a:spLocks xmlns:a="http://schemas.openxmlformats.org/drawingml/2006/main" noGrp="1"/>
          </p:cNvSpPr>
          <p:nvPr/>
        </p:nvSpPr>
        <p:spPr>
          <a:xfrm xmlns:a="http://schemas.openxmlformats.org/drawingml/2006/main">
            <a:off x="685800" y="3590925"/>
            <a:ext cx="10820400" cy="666750"/>
          </a:xfrm>
          <a:prstGeom xmlns:a="http://schemas.openxmlformats.org/drawingml/2006/main" prst="rect">
            <a:avLst/>
          </a:prstGeom>
          <a:solidFill xmlns:a="http://schemas.openxmlformats.org/drawingml/2006/main">
            <a:srgbClr val="14161A"/>
          </a:solidFill>
          <a:ln xmlns:a="http://schemas.openxmlformats.org/drawingml/2006/main" w="0">
            <a:noFill/>
            <a:prstDash val="solid"/>
          </a:ln>
        </p:spPr>
      </p:sp>
      <p:sp>
        <p:nvSpPr>
          <p:cNvPr id="22" name="shape-235">
            <a:extLst xmlns:a="http://schemas.openxmlformats.org/drawingml/2006/main">
              <a:ext uri="{FF2B5EF4-FFF2-40B4-BE49-F238E27FC236}">
                <a16:creationId xmlns:a16="http://schemas.microsoft.com/office/drawing/2014/main" id="{0B7F1C33-A5F5-47B3-8443-3814C0FBABF0}"/>
              </a:ext>
            </a:extLst>
          </p:cNvPr>
          <p:cNvSpPr>
            <a:spLocks xmlns:a="http://schemas.openxmlformats.org/drawingml/2006/main" noGrp="1"/>
          </p:cNvSpPr>
          <p:nvPr/>
        </p:nvSpPr>
        <p:spPr>
          <a:xfrm xmlns:a="http://schemas.openxmlformats.org/drawingml/2006/main">
            <a:off x="838200" y="371475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F2F0"/>
                </a:solidFill>
                <a:latin typeface="Arial"/>
                <a:ea typeface="Arial"/>
                <a:cs typeface="Arial"/>
              </a:defRPr>
            </a:defPPr>
            <a:lvl1pPr algn="l">
              <a:defRPr sz="1200" b="1">
                <a:solidFill>
                  <a:srgbClr val="F5F2F0"/>
                </a:solidFill>
                <a:latin typeface="Arial"/>
                <a:ea typeface="Arial"/>
                <a:cs typeface="Arial"/>
              </a:defRPr>
            </a:lvl1pPr>
            <a:lvl2pPr algn="l">
              <a:defRPr sz="1200" b="1">
                <a:solidFill>
                  <a:srgbClr val="F5F2F0"/>
                </a:solidFill>
                <a:latin typeface="Arial"/>
                <a:ea typeface="Arial"/>
                <a:cs typeface="Arial"/>
              </a:defRPr>
            </a:lvl2pPr>
            <a:lvl3pPr algn="l">
              <a:defRPr sz="1200" b="1">
                <a:solidFill>
                  <a:srgbClr val="F5F2F0"/>
                </a:solidFill>
                <a:latin typeface="Arial"/>
                <a:ea typeface="Arial"/>
                <a:cs typeface="Arial"/>
              </a:defRPr>
            </a:lvl3pPr>
            <a:lvl4pPr algn="l">
              <a:defRPr sz="1200" b="1">
                <a:solidFill>
                  <a:srgbClr val="F5F2F0"/>
                </a:solidFill>
                <a:latin typeface="Arial"/>
                <a:ea typeface="Arial"/>
                <a:cs typeface="Arial"/>
              </a:defRPr>
            </a:lvl4pPr>
            <a:lvl5pPr algn="l">
              <a:defRPr sz="1200" b="1">
                <a:solidFill>
                  <a:srgbClr val="F5F2F0"/>
                </a:solidFill>
                <a:latin typeface="Arial"/>
                <a:ea typeface="Arial"/>
                <a:cs typeface="Arial"/>
              </a:defRPr>
            </a:lvl5pPr>
            <a:lvl6pPr algn="l">
              <a:defRPr sz="1200" b="1">
                <a:solidFill>
                  <a:srgbClr val="F5F2F0"/>
                </a:solidFill>
                <a:latin typeface="Arial"/>
                <a:ea typeface="Arial"/>
                <a:cs typeface="Arial"/>
              </a:defRPr>
            </a:lvl6pPr>
            <a:lvl7pPr algn="l">
              <a:defRPr sz="1200" b="1">
                <a:solidFill>
                  <a:srgbClr val="F5F2F0"/>
                </a:solidFill>
                <a:latin typeface="Arial"/>
                <a:ea typeface="Arial"/>
                <a:cs typeface="Arial"/>
              </a:defRPr>
            </a:lvl7pPr>
            <a:lvl8pPr algn="l">
              <a:defRPr sz="1200" b="1">
                <a:solidFill>
                  <a:srgbClr val="F5F2F0"/>
                </a:solidFill>
                <a:latin typeface="Arial"/>
                <a:ea typeface="Arial"/>
                <a:cs typeface="Arial"/>
              </a:defRPr>
            </a:lvl8pPr>
            <a:lvl9pPr algn="l">
              <a:defRPr sz="1200" b="1">
                <a:solidFill>
                  <a:srgbClr val="F5F2F0"/>
                </a:solidFill>
                <a:latin typeface="Arial"/>
                <a:ea typeface="Arial"/>
                <a:cs typeface="Arial"/>
              </a:defRPr>
            </a:lvl9pPr>
          </a:lstStyle>
          <a:p xmlns:a="http://schemas.openxmlformats.org/drawingml/2006/main">
            <a:pPr algn="l">
              <a:defRPr sz="1200" b="1">
                <a:solidFill>
                  <a:srgbClr val="F5F2F0"/>
                </a:solidFill>
                <a:latin typeface="Arial"/>
                <a:ea typeface="Arial"/>
                <a:cs typeface="Arial"/>
              </a:defRPr>
            </a:pPr>
            <a:r>
              <a:rPr sz="1200" b="1">
                <a:solidFill>
                  <a:srgbClr val="F5F2F0"/>
                </a:solidFill>
                <a:latin typeface="Arial"/>
                <a:ea typeface="Arial"/>
                <a:cs typeface="Arial"/>
              </a:rPr>
              <a:t>Weekly family summary</a:t>
            </a:r>
          </a:p>
        </p:txBody>
      </p:sp>
      <p:sp>
        <p:nvSpPr>
          <p:cNvPr id="23" name="shape-236">
            <a:extLst xmlns:a="http://schemas.openxmlformats.org/drawingml/2006/main">
              <a:ext uri="{FF2B5EF4-FFF2-40B4-BE49-F238E27FC236}">
                <a16:creationId xmlns:a16="http://schemas.microsoft.com/office/drawing/2014/main" id="{0648CE6A-2189-401E-B357-7B2A7BC0F7E9}"/>
              </a:ext>
            </a:extLst>
          </p:cNvPr>
          <p:cNvSpPr>
            <a:spLocks xmlns:a="http://schemas.openxmlformats.org/drawingml/2006/main" noGrp="1"/>
          </p:cNvSpPr>
          <p:nvPr/>
        </p:nvSpPr>
        <p:spPr>
          <a:xfrm xmlns:a="http://schemas.openxmlformats.org/drawingml/2006/main">
            <a:off x="3009900" y="3686175"/>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One n8n Gateway report saved pending coordinator review; family delivery is not demonstrated.</a:t>
            </a:r>
          </a:p>
        </p:txBody>
      </p:sp>
      <p:sp>
        <p:nvSpPr>
          <p:cNvPr id="24" name="shape-237">
            <a:extLst xmlns:a="http://schemas.openxmlformats.org/drawingml/2006/main">
              <a:ext uri="{FF2B5EF4-FFF2-40B4-BE49-F238E27FC236}">
                <a16:creationId xmlns:a16="http://schemas.microsoft.com/office/drawing/2014/main" id="{9EA7027B-96D4-431F-AEBB-BBE5272FED73}"/>
              </a:ext>
            </a:extLst>
          </p:cNvPr>
          <p:cNvSpPr>
            <a:spLocks xmlns:a="http://schemas.openxmlformats.org/drawingml/2006/main" noGrp="1"/>
          </p:cNvSpPr>
          <p:nvPr/>
        </p:nvSpPr>
        <p:spPr>
          <a:xfrm xmlns:a="http://schemas.openxmlformats.org/drawingml/2006/main">
            <a:off x="7581900" y="3686175"/>
            <a:ext cx="3867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Approve the draft, confirm consent and recipient link, then verify delivery and family retrieval.</a:t>
            </a:r>
          </a:p>
        </p:txBody>
      </p:sp>
      <p:sp>
        <p:nvSpPr>
          <p:cNvPr id="25" name="shape-238">
            <a:extLst xmlns:a="http://schemas.openxmlformats.org/drawingml/2006/main">
              <a:ext uri="{FF2B5EF4-FFF2-40B4-BE49-F238E27FC236}">
                <a16:creationId xmlns:a16="http://schemas.microsoft.com/office/drawing/2014/main" id="{7336352B-D5C0-4CBA-BB9D-32E2FF6CCA00}"/>
              </a:ext>
            </a:extLst>
          </p:cNvPr>
          <p:cNvSpPr>
            <a:spLocks xmlns:a="http://schemas.openxmlformats.org/drawingml/2006/main" noGrp="1"/>
          </p:cNvSpPr>
          <p:nvPr/>
        </p:nvSpPr>
        <p:spPr>
          <a:xfrm xmlns:a="http://schemas.openxmlformats.org/drawingml/2006/main">
            <a:off x="685800" y="424815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26" name="shape-239">
            <a:extLst xmlns:a="http://schemas.openxmlformats.org/drawingml/2006/main">
              <a:ext uri="{FF2B5EF4-FFF2-40B4-BE49-F238E27FC236}">
                <a16:creationId xmlns:a16="http://schemas.microsoft.com/office/drawing/2014/main" id="{38DFD8E7-B23C-44C8-92E7-5F043BD652A3}"/>
              </a:ext>
            </a:extLst>
          </p:cNvPr>
          <p:cNvSpPr>
            <a:spLocks xmlns:a="http://schemas.openxmlformats.org/drawingml/2006/main" noGrp="1"/>
          </p:cNvSpPr>
          <p:nvPr/>
        </p:nvSpPr>
        <p:spPr>
          <a:xfrm xmlns:a="http://schemas.openxmlformats.org/drawingml/2006/main">
            <a:off x="838200" y="438150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F5F2F0"/>
                </a:solidFill>
                <a:latin typeface="Arial"/>
                <a:ea typeface="Arial"/>
                <a:cs typeface="Arial"/>
              </a:defRPr>
            </a:defPPr>
            <a:lvl1pPr algn="l">
              <a:defRPr sz="1200" b="1">
                <a:solidFill>
                  <a:srgbClr val="F5F2F0"/>
                </a:solidFill>
                <a:latin typeface="Arial"/>
                <a:ea typeface="Arial"/>
                <a:cs typeface="Arial"/>
              </a:defRPr>
            </a:lvl1pPr>
            <a:lvl2pPr algn="l">
              <a:defRPr sz="1200" b="1">
                <a:solidFill>
                  <a:srgbClr val="F5F2F0"/>
                </a:solidFill>
                <a:latin typeface="Arial"/>
                <a:ea typeface="Arial"/>
                <a:cs typeface="Arial"/>
              </a:defRPr>
            </a:lvl2pPr>
            <a:lvl3pPr algn="l">
              <a:defRPr sz="1200" b="1">
                <a:solidFill>
                  <a:srgbClr val="F5F2F0"/>
                </a:solidFill>
                <a:latin typeface="Arial"/>
                <a:ea typeface="Arial"/>
                <a:cs typeface="Arial"/>
              </a:defRPr>
            </a:lvl3pPr>
            <a:lvl4pPr algn="l">
              <a:defRPr sz="1200" b="1">
                <a:solidFill>
                  <a:srgbClr val="F5F2F0"/>
                </a:solidFill>
                <a:latin typeface="Arial"/>
                <a:ea typeface="Arial"/>
                <a:cs typeface="Arial"/>
              </a:defRPr>
            </a:lvl4pPr>
            <a:lvl5pPr algn="l">
              <a:defRPr sz="1200" b="1">
                <a:solidFill>
                  <a:srgbClr val="F5F2F0"/>
                </a:solidFill>
                <a:latin typeface="Arial"/>
                <a:ea typeface="Arial"/>
                <a:cs typeface="Arial"/>
              </a:defRPr>
            </a:lvl5pPr>
            <a:lvl6pPr algn="l">
              <a:defRPr sz="1200" b="1">
                <a:solidFill>
                  <a:srgbClr val="F5F2F0"/>
                </a:solidFill>
                <a:latin typeface="Arial"/>
                <a:ea typeface="Arial"/>
                <a:cs typeface="Arial"/>
              </a:defRPr>
            </a:lvl6pPr>
            <a:lvl7pPr algn="l">
              <a:defRPr sz="1200" b="1">
                <a:solidFill>
                  <a:srgbClr val="F5F2F0"/>
                </a:solidFill>
                <a:latin typeface="Arial"/>
                <a:ea typeface="Arial"/>
                <a:cs typeface="Arial"/>
              </a:defRPr>
            </a:lvl7pPr>
            <a:lvl8pPr algn="l">
              <a:defRPr sz="1200" b="1">
                <a:solidFill>
                  <a:srgbClr val="F5F2F0"/>
                </a:solidFill>
                <a:latin typeface="Arial"/>
                <a:ea typeface="Arial"/>
                <a:cs typeface="Arial"/>
              </a:defRPr>
            </a:lvl8pPr>
            <a:lvl9pPr algn="l">
              <a:defRPr sz="1200" b="1">
                <a:solidFill>
                  <a:srgbClr val="F5F2F0"/>
                </a:solidFill>
                <a:latin typeface="Arial"/>
                <a:ea typeface="Arial"/>
                <a:cs typeface="Arial"/>
              </a:defRPr>
            </a:lvl9pPr>
          </a:lstStyle>
          <a:p xmlns:a="http://schemas.openxmlformats.org/drawingml/2006/main">
            <a:pPr algn="l">
              <a:defRPr sz="1200" b="1">
                <a:solidFill>
                  <a:srgbClr val="F5F2F0"/>
                </a:solidFill>
                <a:latin typeface="Arial"/>
                <a:ea typeface="Arial"/>
                <a:cs typeface="Arial"/>
              </a:defRPr>
            </a:pPr>
            <a:r>
              <a:rPr sz="1200" b="1">
                <a:solidFill>
                  <a:srgbClr val="F5F2F0"/>
                </a:solidFill>
                <a:latin typeface="Arial"/>
                <a:ea typeface="Arial"/>
                <a:cs typeface="Arial"/>
              </a:rPr>
              <a:t>Fall / inactivity</a:t>
            </a:r>
          </a:p>
        </p:txBody>
      </p:sp>
      <p:sp>
        <p:nvSpPr>
          <p:cNvPr id="27" name="shape-240">
            <a:extLst xmlns:a="http://schemas.openxmlformats.org/drawingml/2006/main">
              <a:ext uri="{FF2B5EF4-FFF2-40B4-BE49-F238E27FC236}">
                <a16:creationId xmlns:a16="http://schemas.microsoft.com/office/drawing/2014/main" id="{6EA9D32F-0F25-474F-B10D-3A5B46335D9E}"/>
              </a:ext>
            </a:extLst>
          </p:cNvPr>
          <p:cNvSpPr>
            <a:spLocks xmlns:a="http://schemas.openxmlformats.org/drawingml/2006/main" noGrp="1"/>
          </p:cNvSpPr>
          <p:nvPr/>
        </p:nvSpPr>
        <p:spPr>
          <a:xfrm xmlns:a="http://schemas.openxmlformats.org/drawingml/2006/main">
            <a:off x="3009900" y="4352925"/>
            <a:ext cx="4210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Foreground phone-motion sessions create unconfirmed candidates; no background monitoring or accuracy result.</a:t>
            </a:r>
          </a:p>
        </p:txBody>
      </p:sp>
      <p:sp>
        <p:nvSpPr>
          <p:cNvPr id="28" name="shape-241">
            <a:extLst xmlns:a="http://schemas.openxmlformats.org/drawingml/2006/main">
              <a:ext uri="{FF2B5EF4-FFF2-40B4-BE49-F238E27FC236}">
                <a16:creationId xmlns:a16="http://schemas.microsoft.com/office/drawing/2014/main" id="{7C09FCD5-945B-49A1-868B-2BB967B9412D}"/>
              </a:ext>
            </a:extLst>
          </p:cNvPr>
          <p:cNvSpPr>
            <a:spLocks xmlns:a="http://schemas.openxmlformats.org/drawingml/2006/main" noGrp="1"/>
          </p:cNvSpPr>
          <p:nvPr/>
        </p:nvSpPr>
        <p:spPr>
          <a:xfrm xmlns:a="http://schemas.openxmlformats.org/drawingml/2006/main">
            <a:off x="7581900" y="4352925"/>
            <a:ext cx="3867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B9BBC1"/>
                </a:solidFill>
                <a:latin typeface="Arial"/>
                <a:ea typeface="Arial"/>
                <a:cs typeface="Arial"/>
              </a:defRPr>
            </a:defPPr>
            <a:lvl1pPr algn="l">
              <a:defRPr sz="1125" b="0">
                <a:solidFill>
                  <a:srgbClr val="B9BBC1"/>
                </a:solidFill>
                <a:latin typeface="Arial"/>
                <a:ea typeface="Arial"/>
                <a:cs typeface="Arial"/>
              </a:defRPr>
            </a:lvl1pPr>
            <a:lvl2pPr algn="l">
              <a:defRPr sz="1125" b="0">
                <a:solidFill>
                  <a:srgbClr val="B9BBC1"/>
                </a:solidFill>
                <a:latin typeface="Arial"/>
                <a:ea typeface="Arial"/>
                <a:cs typeface="Arial"/>
              </a:defRPr>
            </a:lvl2pPr>
            <a:lvl3pPr algn="l">
              <a:defRPr sz="1125" b="0">
                <a:solidFill>
                  <a:srgbClr val="B9BBC1"/>
                </a:solidFill>
                <a:latin typeface="Arial"/>
                <a:ea typeface="Arial"/>
                <a:cs typeface="Arial"/>
              </a:defRPr>
            </a:lvl3pPr>
            <a:lvl4pPr algn="l">
              <a:defRPr sz="1125" b="0">
                <a:solidFill>
                  <a:srgbClr val="B9BBC1"/>
                </a:solidFill>
                <a:latin typeface="Arial"/>
                <a:ea typeface="Arial"/>
                <a:cs typeface="Arial"/>
              </a:defRPr>
            </a:lvl4pPr>
            <a:lvl5pPr algn="l">
              <a:defRPr sz="1125" b="0">
                <a:solidFill>
                  <a:srgbClr val="B9BBC1"/>
                </a:solidFill>
                <a:latin typeface="Arial"/>
                <a:ea typeface="Arial"/>
                <a:cs typeface="Arial"/>
              </a:defRPr>
            </a:lvl5pPr>
            <a:lvl6pPr algn="l">
              <a:defRPr sz="1125" b="0">
                <a:solidFill>
                  <a:srgbClr val="B9BBC1"/>
                </a:solidFill>
                <a:latin typeface="Arial"/>
                <a:ea typeface="Arial"/>
                <a:cs typeface="Arial"/>
              </a:defRPr>
            </a:lvl6pPr>
            <a:lvl7pPr algn="l">
              <a:defRPr sz="1125" b="0">
                <a:solidFill>
                  <a:srgbClr val="B9BBC1"/>
                </a:solidFill>
                <a:latin typeface="Arial"/>
                <a:ea typeface="Arial"/>
                <a:cs typeface="Arial"/>
              </a:defRPr>
            </a:lvl7pPr>
            <a:lvl8pPr algn="l">
              <a:defRPr sz="1125" b="0">
                <a:solidFill>
                  <a:srgbClr val="B9BBC1"/>
                </a:solidFill>
                <a:latin typeface="Arial"/>
                <a:ea typeface="Arial"/>
                <a:cs typeface="Arial"/>
              </a:defRPr>
            </a:lvl8pPr>
            <a:lvl9pPr algn="l">
              <a:defRPr sz="1125" b="0">
                <a:solidFill>
                  <a:srgbClr val="B9BBC1"/>
                </a:solidFill>
                <a:latin typeface="Arial"/>
                <a:ea typeface="Arial"/>
                <a:cs typeface="Arial"/>
              </a:defRPr>
            </a:lvl9pPr>
          </a:lstStyle>
          <a:p xmlns:a="http://schemas.openxmlformats.org/drawingml/2006/main">
            <a:pPr algn="l">
              <a:defRPr sz="1125" b="0">
                <a:solidFill>
                  <a:srgbClr val="B9BBC1"/>
                </a:solidFill>
                <a:latin typeface="Arial"/>
                <a:ea typeface="Arial"/>
                <a:cs typeface="Arial"/>
              </a:defRPr>
            </a:pPr>
            <a:r>
              <a:rPr sz="1125" b="0">
                <a:solidFill>
                  <a:srgbClr val="B9BBC1"/>
                </a:solidFill>
                <a:latin typeface="Arial"/>
                <a:ea typeface="Arial"/>
                <a:cs typeface="Arial"/>
              </a:rPr>
              <a:t>Test supported devices and measure false alarms and missed events.</a:t>
            </a:r>
          </a:p>
        </p:txBody>
      </p:sp>
      <p:sp>
        <p:nvSpPr>
          <p:cNvPr id="29" name="shape-242">
            <a:extLst xmlns:a="http://schemas.openxmlformats.org/drawingml/2006/main">
              <a:ext uri="{FF2B5EF4-FFF2-40B4-BE49-F238E27FC236}">
                <a16:creationId xmlns:a16="http://schemas.microsoft.com/office/drawing/2014/main" id="{A074B8A5-8FA9-468E-8675-B03CF3974D6A}"/>
              </a:ext>
            </a:extLst>
          </p:cNvPr>
          <p:cNvSpPr>
            <a:spLocks xmlns:a="http://schemas.openxmlformats.org/drawingml/2006/main" noGrp="1"/>
          </p:cNvSpPr>
          <p:nvPr/>
        </p:nvSpPr>
        <p:spPr>
          <a:xfrm xmlns:a="http://schemas.openxmlformats.org/drawingml/2006/main">
            <a:off x="685800" y="4991100"/>
            <a:ext cx="10820400" cy="9525"/>
          </a:xfrm>
          <a:prstGeom xmlns:a="http://schemas.openxmlformats.org/drawingml/2006/main" prst="rect">
            <a:avLst/>
          </a:prstGeom>
          <a:solidFill xmlns:a="http://schemas.openxmlformats.org/drawingml/2006/main">
            <a:srgbClr val="34373D"/>
          </a:solidFill>
          <a:ln xmlns:a="http://schemas.openxmlformats.org/drawingml/2006/main" w="0">
            <a:noFill/>
            <a:prstDash val="solid"/>
          </a:ln>
        </p:spPr>
      </p:sp>
      <p:sp>
        <p:nvSpPr>
          <p:cNvPr id="30" name="shape-243">
            <a:extLst xmlns:a="http://schemas.openxmlformats.org/drawingml/2006/main">
              <a:ext uri="{FF2B5EF4-FFF2-40B4-BE49-F238E27FC236}">
                <a16:creationId xmlns:a16="http://schemas.microsoft.com/office/drawing/2014/main" id="{E24F8FC8-CBB9-40CC-9C72-C823489C6132}"/>
              </a:ext>
            </a:extLst>
          </p:cNvPr>
          <p:cNvSpPr>
            <a:spLocks xmlns:a="http://schemas.openxmlformats.org/drawingml/2006/main" noGrp="1"/>
          </p:cNvSpPr>
          <p:nvPr/>
        </p:nvSpPr>
        <p:spPr>
          <a:xfrm xmlns:a="http://schemas.openxmlformats.org/drawingml/2006/main">
            <a:off x="685800" y="5143500"/>
            <a:ext cx="5143500" cy="847725"/>
          </a:xfrm>
          <a:prstGeom xmlns:a="http://schemas.openxmlformats.org/drawingml/2006/main" prst="roundRect">
            <a:avLst>
              <a:gd name="adj" fmla="val 8989"/>
            </a:avLst>
          </a:prstGeom>
          <a:solidFill xmlns:a="http://schemas.openxmlformats.org/drawingml/2006/main">
            <a:srgbClr val="1B1E23"/>
          </a:solidFill>
          <a:ln xmlns:a="http://schemas.openxmlformats.org/drawingml/2006/main" w="9525">
            <a:solidFill>
              <a:srgbClr val="34373D"/>
            </a:solidFill>
            <a:prstDash val="solid"/>
          </a:ln>
        </p:spPr>
      </p:sp>
      <p:sp>
        <p:nvSpPr>
          <p:cNvPr id="31" name="shape-244">
            <a:extLst xmlns:a="http://schemas.openxmlformats.org/drawingml/2006/main">
              <a:ext uri="{FF2B5EF4-FFF2-40B4-BE49-F238E27FC236}">
                <a16:creationId xmlns:a16="http://schemas.microsoft.com/office/drawing/2014/main" id="{B99D9D19-8935-489D-9878-1BA67F65C061}"/>
              </a:ext>
            </a:extLst>
          </p:cNvPr>
          <p:cNvSpPr>
            <a:spLocks xmlns:a="http://schemas.openxmlformats.org/drawingml/2006/main" noGrp="1"/>
          </p:cNvSpPr>
          <p:nvPr/>
        </p:nvSpPr>
        <p:spPr>
          <a:xfrm xmlns:a="http://schemas.openxmlformats.org/drawingml/2006/main">
            <a:off x="857250" y="5276850"/>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FOR THE FINAL SHOWCASE</a:t>
            </a:r>
          </a:p>
        </p:txBody>
      </p:sp>
      <p:sp>
        <p:nvSpPr>
          <p:cNvPr id="32" name="shape-245">
            <a:extLst xmlns:a="http://schemas.openxmlformats.org/drawingml/2006/main">
              <a:ext uri="{FF2B5EF4-FFF2-40B4-BE49-F238E27FC236}">
                <a16:creationId xmlns:a16="http://schemas.microsoft.com/office/drawing/2014/main" id="{E261DB0A-C92D-4FDA-A0FD-46477A7E7E79}"/>
              </a:ext>
            </a:extLst>
          </p:cNvPr>
          <p:cNvSpPr>
            <a:spLocks xmlns:a="http://schemas.openxmlformats.org/drawingml/2006/main" noGrp="1"/>
          </p:cNvSpPr>
          <p:nvPr/>
        </p:nvSpPr>
        <p:spPr>
          <a:xfrm xmlns:a="http://schemas.openxmlformats.org/drawingml/2006/main">
            <a:off x="857250" y="5543550"/>
            <a:ext cx="4762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5F2F0"/>
                </a:solidFill>
                <a:latin typeface="Arial"/>
                <a:ea typeface="Arial"/>
                <a:cs typeface="Arial"/>
              </a:defRPr>
            </a:defPPr>
            <a:lvl1pPr algn="l">
              <a:defRPr sz="1200" b="0">
                <a:solidFill>
                  <a:srgbClr val="F5F2F0"/>
                </a:solidFill>
                <a:latin typeface="Arial"/>
                <a:ea typeface="Arial"/>
                <a:cs typeface="Arial"/>
              </a:defRPr>
            </a:lvl1pPr>
            <a:lvl2pPr algn="l">
              <a:defRPr sz="1200" b="0">
                <a:solidFill>
                  <a:srgbClr val="F5F2F0"/>
                </a:solidFill>
                <a:latin typeface="Arial"/>
                <a:ea typeface="Arial"/>
                <a:cs typeface="Arial"/>
              </a:defRPr>
            </a:lvl2pPr>
            <a:lvl3pPr algn="l">
              <a:defRPr sz="1200" b="0">
                <a:solidFill>
                  <a:srgbClr val="F5F2F0"/>
                </a:solidFill>
                <a:latin typeface="Arial"/>
                <a:ea typeface="Arial"/>
                <a:cs typeface="Arial"/>
              </a:defRPr>
            </a:lvl3pPr>
            <a:lvl4pPr algn="l">
              <a:defRPr sz="1200" b="0">
                <a:solidFill>
                  <a:srgbClr val="F5F2F0"/>
                </a:solidFill>
                <a:latin typeface="Arial"/>
                <a:ea typeface="Arial"/>
                <a:cs typeface="Arial"/>
              </a:defRPr>
            </a:lvl4pPr>
            <a:lvl5pPr algn="l">
              <a:defRPr sz="1200" b="0">
                <a:solidFill>
                  <a:srgbClr val="F5F2F0"/>
                </a:solidFill>
                <a:latin typeface="Arial"/>
                <a:ea typeface="Arial"/>
                <a:cs typeface="Arial"/>
              </a:defRPr>
            </a:lvl5pPr>
            <a:lvl6pPr algn="l">
              <a:defRPr sz="1200" b="0">
                <a:solidFill>
                  <a:srgbClr val="F5F2F0"/>
                </a:solidFill>
                <a:latin typeface="Arial"/>
                <a:ea typeface="Arial"/>
                <a:cs typeface="Arial"/>
              </a:defRPr>
            </a:lvl6pPr>
            <a:lvl7pPr algn="l">
              <a:defRPr sz="1200" b="0">
                <a:solidFill>
                  <a:srgbClr val="F5F2F0"/>
                </a:solidFill>
                <a:latin typeface="Arial"/>
                <a:ea typeface="Arial"/>
                <a:cs typeface="Arial"/>
              </a:defRPr>
            </a:lvl7pPr>
            <a:lvl8pPr algn="l">
              <a:defRPr sz="1200" b="0">
                <a:solidFill>
                  <a:srgbClr val="F5F2F0"/>
                </a:solidFill>
                <a:latin typeface="Arial"/>
                <a:ea typeface="Arial"/>
                <a:cs typeface="Arial"/>
              </a:defRPr>
            </a:lvl8pPr>
            <a:lvl9pPr algn="l">
              <a:defRPr sz="1200" b="0">
                <a:solidFill>
                  <a:srgbClr val="F5F2F0"/>
                </a:solidFill>
                <a:latin typeface="Arial"/>
                <a:ea typeface="Arial"/>
                <a:cs typeface="Arial"/>
              </a:defRPr>
            </a:lvl9pPr>
          </a:lstStyle>
          <a:p xmlns:a="http://schemas.openxmlformats.org/drawingml/2006/main">
            <a:pPr algn="l">
              <a:defRPr sz="1200" b="0">
                <a:solidFill>
                  <a:srgbClr val="F5F2F0"/>
                </a:solidFill>
                <a:latin typeface="Arial"/>
                <a:ea typeface="Arial"/>
                <a:cs typeface="Arial"/>
              </a:defRPr>
            </a:pPr>
            <a:r>
              <a:rPr sz="1200" b="0">
                <a:solidFill>
                  <a:srgbClr val="F5F2F0"/>
                </a:solidFill>
                <a:latin typeface="Arial"/>
                <a:ea typeface="Arial"/>
                <a:cs typeface="Arial"/>
              </a:rPr>
              <a:t>Demonstrate verified paths; label the call bot, Hindi accuracy and early-warning results as unvalidated.</a:t>
            </a:r>
          </a:p>
        </p:txBody>
      </p:sp>
      <p:sp>
        <p:nvSpPr>
          <p:cNvPr id="33" name="shape-246">
            <a:extLst xmlns:a="http://schemas.openxmlformats.org/drawingml/2006/main">
              <a:ext uri="{FF2B5EF4-FFF2-40B4-BE49-F238E27FC236}">
                <a16:creationId xmlns:a16="http://schemas.microsoft.com/office/drawing/2014/main" id="{D4C6F302-9A38-43E4-BE41-BB3DE68886C6}"/>
              </a:ext>
            </a:extLst>
          </p:cNvPr>
          <p:cNvSpPr>
            <a:spLocks xmlns:a="http://schemas.openxmlformats.org/drawingml/2006/main" noGrp="1"/>
          </p:cNvSpPr>
          <p:nvPr/>
        </p:nvSpPr>
        <p:spPr>
          <a:xfrm xmlns:a="http://schemas.openxmlformats.org/drawingml/2006/main">
            <a:off x="6019800" y="5143500"/>
            <a:ext cx="5486400" cy="847725"/>
          </a:xfrm>
          <a:prstGeom xmlns:a="http://schemas.openxmlformats.org/drawingml/2006/main" prst="roundRect">
            <a:avLst>
              <a:gd name="adj" fmla="val 8989"/>
            </a:avLst>
          </a:prstGeom>
          <a:solidFill xmlns:a="http://schemas.openxmlformats.org/drawingml/2006/main">
            <a:srgbClr val="1B1E23"/>
          </a:solidFill>
          <a:ln xmlns:a="http://schemas.openxmlformats.org/drawingml/2006/main" w="9525">
            <a:solidFill>
              <a:srgbClr val="34373D"/>
            </a:solidFill>
            <a:prstDash val="solid"/>
          </a:ln>
        </p:spPr>
      </p:sp>
      <p:sp>
        <p:nvSpPr>
          <p:cNvPr id="34" name="shape-247">
            <a:extLst xmlns:a="http://schemas.openxmlformats.org/drawingml/2006/main">
              <a:ext uri="{FF2B5EF4-FFF2-40B4-BE49-F238E27FC236}">
                <a16:creationId xmlns:a16="http://schemas.microsoft.com/office/drawing/2014/main" id="{E9305306-48CC-49DF-9866-7C99CC91ED7C}"/>
              </a:ext>
            </a:extLst>
          </p:cNvPr>
          <p:cNvSpPr>
            <a:spLocks xmlns:a="http://schemas.openxmlformats.org/drawingml/2006/main" noGrp="1"/>
          </p:cNvSpPr>
          <p:nvPr/>
        </p:nvSpPr>
        <p:spPr>
          <a:xfrm xmlns:a="http://schemas.openxmlformats.org/drawingml/2006/main">
            <a:off x="6191250" y="527685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3474E"/>
                </a:solidFill>
                <a:latin typeface="Arial"/>
                <a:ea typeface="Arial"/>
                <a:cs typeface="Arial"/>
              </a:defRPr>
            </a:defPPr>
            <a:lvl1pPr algn="l">
              <a:defRPr sz="1050" b="1">
                <a:solidFill>
                  <a:srgbClr val="E3474E"/>
                </a:solidFill>
                <a:latin typeface="Arial"/>
                <a:ea typeface="Arial"/>
                <a:cs typeface="Arial"/>
              </a:defRPr>
            </a:lvl1pPr>
            <a:lvl2pPr algn="l">
              <a:defRPr sz="1050" b="1">
                <a:solidFill>
                  <a:srgbClr val="E3474E"/>
                </a:solidFill>
                <a:latin typeface="Arial"/>
                <a:ea typeface="Arial"/>
                <a:cs typeface="Arial"/>
              </a:defRPr>
            </a:lvl2pPr>
            <a:lvl3pPr algn="l">
              <a:defRPr sz="1050" b="1">
                <a:solidFill>
                  <a:srgbClr val="E3474E"/>
                </a:solidFill>
                <a:latin typeface="Arial"/>
                <a:ea typeface="Arial"/>
                <a:cs typeface="Arial"/>
              </a:defRPr>
            </a:lvl3pPr>
            <a:lvl4pPr algn="l">
              <a:defRPr sz="1050" b="1">
                <a:solidFill>
                  <a:srgbClr val="E3474E"/>
                </a:solidFill>
                <a:latin typeface="Arial"/>
                <a:ea typeface="Arial"/>
                <a:cs typeface="Arial"/>
              </a:defRPr>
            </a:lvl4pPr>
            <a:lvl5pPr algn="l">
              <a:defRPr sz="1050" b="1">
                <a:solidFill>
                  <a:srgbClr val="E3474E"/>
                </a:solidFill>
                <a:latin typeface="Arial"/>
                <a:ea typeface="Arial"/>
                <a:cs typeface="Arial"/>
              </a:defRPr>
            </a:lvl5pPr>
            <a:lvl6pPr algn="l">
              <a:defRPr sz="1050" b="1">
                <a:solidFill>
                  <a:srgbClr val="E3474E"/>
                </a:solidFill>
                <a:latin typeface="Arial"/>
                <a:ea typeface="Arial"/>
                <a:cs typeface="Arial"/>
              </a:defRPr>
            </a:lvl6pPr>
            <a:lvl7pPr algn="l">
              <a:defRPr sz="1050" b="1">
                <a:solidFill>
                  <a:srgbClr val="E3474E"/>
                </a:solidFill>
                <a:latin typeface="Arial"/>
                <a:ea typeface="Arial"/>
                <a:cs typeface="Arial"/>
              </a:defRPr>
            </a:lvl7pPr>
            <a:lvl8pPr algn="l">
              <a:defRPr sz="1050" b="1">
                <a:solidFill>
                  <a:srgbClr val="E3474E"/>
                </a:solidFill>
                <a:latin typeface="Arial"/>
                <a:ea typeface="Arial"/>
                <a:cs typeface="Arial"/>
              </a:defRPr>
            </a:lvl8pPr>
            <a:lvl9pPr algn="l">
              <a:defRPr sz="1050" b="1">
                <a:solidFill>
                  <a:srgbClr val="E3474E"/>
                </a:solidFill>
                <a:latin typeface="Arial"/>
                <a:ea typeface="Arial"/>
                <a:cs typeface="Arial"/>
              </a:defRPr>
            </a:lvl9pPr>
          </a:lstStyle>
          <a:p xmlns:a="http://schemas.openxmlformats.org/drawingml/2006/main">
            <a:pPr algn="l">
              <a:defRPr sz="1050" b="1">
                <a:solidFill>
                  <a:srgbClr val="E3474E"/>
                </a:solidFill>
                <a:latin typeface="Arial"/>
                <a:ea typeface="Arial"/>
                <a:cs typeface="Arial"/>
              </a:defRPr>
            </a:pPr>
            <a:r>
              <a:rPr sz="1050" b="1">
                <a:solidFill>
                  <a:srgbClr val="E3474E"/>
                </a:solidFill>
                <a:latin typeface="Arial"/>
                <a:ea typeface="Arial"/>
                <a:cs typeface="Arial"/>
              </a:rPr>
              <a:t>BEFORE ANY LIVE-CARE PILOT</a:t>
            </a:r>
          </a:p>
        </p:txBody>
      </p:sp>
      <p:sp>
        <p:nvSpPr>
          <p:cNvPr id="35" name="shape-248">
            <a:extLst xmlns:a="http://schemas.openxmlformats.org/drawingml/2006/main">
              <a:ext uri="{FF2B5EF4-FFF2-40B4-BE49-F238E27FC236}">
                <a16:creationId xmlns:a16="http://schemas.microsoft.com/office/drawing/2014/main" id="{B7638918-579F-4801-B775-2DC703F1849E}"/>
              </a:ext>
            </a:extLst>
          </p:cNvPr>
          <p:cNvSpPr>
            <a:spLocks xmlns:a="http://schemas.openxmlformats.org/drawingml/2006/main" noGrp="1"/>
          </p:cNvSpPr>
          <p:nvPr/>
        </p:nvSpPr>
        <p:spPr>
          <a:xfrm xmlns:a="http://schemas.openxmlformats.org/drawingml/2006/main">
            <a:off x="6191250" y="5543550"/>
            <a:ext cx="5048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5F2F0"/>
                </a:solidFill>
                <a:latin typeface="Arial"/>
                <a:ea typeface="Arial"/>
                <a:cs typeface="Arial"/>
              </a:defRPr>
            </a:defPPr>
            <a:lvl1pPr algn="l">
              <a:defRPr sz="1200" b="0">
                <a:solidFill>
                  <a:srgbClr val="F5F2F0"/>
                </a:solidFill>
                <a:latin typeface="Arial"/>
                <a:ea typeface="Arial"/>
                <a:cs typeface="Arial"/>
              </a:defRPr>
            </a:lvl1pPr>
            <a:lvl2pPr algn="l">
              <a:defRPr sz="1200" b="0">
                <a:solidFill>
                  <a:srgbClr val="F5F2F0"/>
                </a:solidFill>
                <a:latin typeface="Arial"/>
                <a:ea typeface="Arial"/>
                <a:cs typeface="Arial"/>
              </a:defRPr>
            </a:lvl2pPr>
            <a:lvl3pPr algn="l">
              <a:defRPr sz="1200" b="0">
                <a:solidFill>
                  <a:srgbClr val="F5F2F0"/>
                </a:solidFill>
                <a:latin typeface="Arial"/>
                <a:ea typeface="Arial"/>
                <a:cs typeface="Arial"/>
              </a:defRPr>
            </a:lvl3pPr>
            <a:lvl4pPr algn="l">
              <a:defRPr sz="1200" b="0">
                <a:solidFill>
                  <a:srgbClr val="F5F2F0"/>
                </a:solidFill>
                <a:latin typeface="Arial"/>
                <a:ea typeface="Arial"/>
                <a:cs typeface="Arial"/>
              </a:defRPr>
            </a:lvl4pPr>
            <a:lvl5pPr algn="l">
              <a:defRPr sz="1200" b="0">
                <a:solidFill>
                  <a:srgbClr val="F5F2F0"/>
                </a:solidFill>
                <a:latin typeface="Arial"/>
                <a:ea typeface="Arial"/>
                <a:cs typeface="Arial"/>
              </a:defRPr>
            </a:lvl5pPr>
            <a:lvl6pPr algn="l">
              <a:defRPr sz="1200" b="0">
                <a:solidFill>
                  <a:srgbClr val="F5F2F0"/>
                </a:solidFill>
                <a:latin typeface="Arial"/>
                <a:ea typeface="Arial"/>
                <a:cs typeface="Arial"/>
              </a:defRPr>
            </a:lvl6pPr>
            <a:lvl7pPr algn="l">
              <a:defRPr sz="1200" b="0">
                <a:solidFill>
                  <a:srgbClr val="F5F2F0"/>
                </a:solidFill>
                <a:latin typeface="Arial"/>
                <a:ea typeface="Arial"/>
                <a:cs typeface="Arial"/>
              </a:defRPr>
            </a:lvl7pPr>
            <a:lvl8pPr algn="l">
              <a:defRPr sz="1200" b="0">
                <a:solidFill>
                  <a:srgbClr val="F5F2F0"/>
                </a:solidFill>
                <a:latin typeface="Arial"/>
                <a:ea typeface="Arial"/>
                <a:cs typeface="Arial"/>
              </a:defRPr>
            </a:lvl8pPr>
            <a:lvl9pPr algn="l">
              <a:defRPr sz="1200" b="0">
                <a:solidFill>
                  <a:srgbClr val="F5F2F0"/>
                </a:solidFill>
                <a:latin typeface="Arial"/>
                <a:ea typeface="Arial"/>
                <a:cs typeface="Arial"/>
              </a:defRPr>
            </a:lvl9pPr>
          </a:lstStyle>
          <a:p xmlns:a="http://schemas.openxmlformats.org/drawingml/2006/main">
            <a:pPr algn="l">
              <a:defRPr sz="1200" b="0">
                <a:solidFill>
                  <a:srgbClr val="F5F2F0"/>
                </a:solidFill>
                <a:latin typeface="Arial"/>
                <a:ea typeface="Arial"/>
                <a:cs typeface="Arial"/>
              </a:defRPr>
            </a:pPr>
            <a:r>
              <a:rPr sz="1200" b="0">
                <a:solidFill>
                  <a:srgbClr val="F5F2F0"/>
                </a:solidFill>
                <a:latin typeface="Arial"/>
                <a:ea typeface="Arial"/>
                <a:cs typeface="Arial"/>
              </a:rPr>
              <a:t>Independent evaluation, clinical and privacy review, senior accessibility tests, reliable calls and 10,000-senior cost/load testing.</a:t>
            </a:r>
          </a:p>
        </p:txBody>
      </p:sp>
      <p:sp>
        <p:nvSpPr>
          <p:cNvPr id="36" name="shape-249">
            <a:extLst xmlns:a="http://schemas.openxmlformats.org/drawingml/2006/main">
              <a:ext uri="{FF2B5EF4-FFF2-40B4-BE49-F238E27FC236}">
                <a16:creationId xmlns:a16="http://schemas.microsoft.com/office/drawing/2014/main" id="{CDE15DC8-BF15-4D44-8956-6492532DFC5D}"/>
              </a:ext>
            </a:extLst>
          </p:cNvPr>
          <p:cNvSpPr>
            <a:spLocks xmlns:a="http://schemas.openxmlformats.org/drawingml/2006/main" noGrp="1"/>
          </p:cNvSpPr>
          <p:nvPr/>
        </p:nvSpPr>
        <p:spPr>
          <a:xfrm xmlns:a="http://schemas.openxmlformats.org/drawingml/2006/main">
            <a:off x="685800" y="6143625"/>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858A93"/>
                </a:solidFill>
                <a:latin typeface="Arial"/>
                <a:ea typeface="Arial"/>
                <a:cs typeface="Arial"/>
              </a:defRPr>
            </a:defPPr>
            <a:lvl1pPr algn="l">
              <a:defRPr sz="1050" b="0">
                <a:solidFill>
                  <a:srgbClr val="858A93"/>
                </a:solidFill>
                <a:latin typeface="Arial"/>
                <a:ea typeface="Arial"/>
                <a:cs typeface="Arial"/>
              </a:defRPr>
            </a:lvl1pPr>
            <a:lvl2pPr algn="l">
              <a:defRPr sz="1050" b="0">
                <a:solidFill>
                  <a:srgbClr val="858A93"/>
                </a:solidFill>
                <a:latin typeface="Arial"/>
                <a:ea typeface="Arial"/>
                <a:cs typeface="Arial"/>
              </a:defRPr>
            </a:lvl2pPr>
            <a:lvl3pPr algn="l">
              <a:defRPr sz="1050" b="0">
                <a:solidFill>
                  <a:srgbClr val="858A93"/>
                </a:solidFill>
                <a:latin typeface="Arial"/>
                <a:ea typeface="Arial"/>
                <a:cs typeface="Arial"/>
              </a:defRPr>
            </a:lvl3pPr>
            <a:lvl4pPr algn="l">
              <a:defRPr sz="1050" b="0">
                <a:solidFill>
                  <a:srgbClr val="858A93"/>
                </a:solidFill>
                <a:latin typeface="Arial"/>
                <a:ea typeface="Arial"/>
                <a:cs typeface="Arial"/>
              </a:defRPr>
            </a:lvl4pPr>
            <a:lvl5pPr algn="l">
              <a:defRPr sz="1050" b="0">
                <a:solidFill>
                  <a:srgbClr val="858A93"/>
                </a:solidFill>
                <a:latin typeface="Arial"/>
                <a:ea typeface="Arial"/>
                <a:cs typeface="Arial"/>
              </a:defRPr>
            </a:lvl5pPr>
            <a:lvl6pPr algn="l">
              <a:defRPr sz="1050" b="0">
                <a:solidFill>
                  <a:srgbClr val="858A93"/>
                </a:solidFill>
                <a:latin typeface="Arial"/>
                <a:ea typeface="Arial"/>
                <a:cs typeface="Arial"/>
              </a:defRPr>
            </a:lvl6pPr>
            <a:lvl7pPr algn="l">
              <a:defRPr sz="1050" b="0">
                <a:solidFill>
                  <a:srgbClr val="858A93"/>
                </a:solidFill>
                <a:latin typeface="Arial"/>
                <a:ea typeface="Arial"/>
                <a:cs typeface="Arial"/>
              </a:defRPr>
            </a:lvl7pPr>
            <a:lvl8pPr algn="l">
              <a:defRPr sz="1050" b="0">
                <a:solidFill>
                  <a:srgbClr val="858A93"/>
                </a:solidFill>
                <a:latin typeface="Arial"/>
                <a:ea typeface="Arial"/>
                <a:cs typeface="Arial"/>
              </a:defRPr>
            </a:lvl8pPr>
            <a:lvl9pPr algn="l">
              <a:defRPr sz="1050" b="0">
                <a:solidFill>
                  <a:srgbClr val="858A93"/>
                </a:solidFill>
                <a:latin typeface="Arial"/>
                <a:ea typeface="Arial"/>
                <a:cs typeface="Arial"/>
              </a:defRPr>
            </a:lvl9pPr>
          </a:lstStyle>
          <a:p xmlns:a="http://schemas.openxmlformats.org/drawingml/2006/main">
            <a:pPr algn="l">
              <a:defRPr sz="1050" b="0">
                <a:solidFill>
                  <a:srgbClr val="858A93"/>
                </a:solidFill>
                <a:latin typeface="Arial"/>
                <a:ea typeface="Arial"/>
                <a:cs typeface="Arial"/>
              </a:defRPr>
            </a:pPr>
            <a:r>
              <a:rPr sz="1050" b="0">
                <a:solidFill>
                  <a:srgbClr val="858A93"/>
                </a:solidFill>
                <a:latin typeface="Arial"/>
                <a:ea typeface="Arial"/>
                <a:cs typeface="Arial"/>
              </a:rPr>
              <a:t>Expected, not measured: clearer prioritisation, traceable human action and appropriate family updates.</a:t>
            </a:r>
          </a:p>
        </p:txBody>
      </p:sp>
    </p:spTree>
    <p:extLst>
      <p:ext uri="{BB962C8B-B14F-4D97-AF65-F5344CB8AC3E}">
        <p14:creationId xmlns:p14="http://schemas.microsoft.com/office/powerpoint/2010/main" val="19892554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2026-10-29T19:49:09.9140000Z</dcterms:created>
  <dcterms:modified xsi:type="dcterms:W3CDTF">2026-10-29T19:49:09.9140000Z</dcterms:modified>
</coreProperties>
</file>